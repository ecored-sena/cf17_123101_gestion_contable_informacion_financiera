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4660"/>
  </p:normalViewPr>
  <p:slideViewPr>
    <p:cSldViewPr snapToGrid="0">
      <p:cViewPr>
        <p:scale>
          <a:sx n="70" d="100"/>
          <a:sy n="70" d="100"/>
        </p:scale>
        <p:origin x="612" y="-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93869A-D0B4-4058-AEB8-DB2521BD53FB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MX"/>
        </a:p>
      </dgm:t>
    </dgm:pt>
    <dgm:pt modelId="{1B70B564-5E8E-40D5-A308-6E71F2C70B93}">
      <dgm:prSet/>
      <dgm:spPr/>
      <dgm:t>
        <a:bodyPr/>
        <a:lstStyle/>
        <a:p>
          <a:r>
            <a:rPr lang="es-MX" b="1"/>
            <a:t>Sistema de costeo y estado de costos</a:t>
          </a:r>
          <a:endParaRPr lang="es-MX"/>
        </a:p>
      </dgm:t>
    </dgm:pt>
    <dgm:pt modelId="{8A7EFF10-5EA0-4576-ADA4-B9B77850FBD1}" type="parTrans" cxnId="{00582436-9CB5-4809-A5DB-CA14ED8CAE04}">
      <dgm:prSet/>
      <dgm:spPr/>
      <dgm:t>
        <a:bodyPr/>
        <a:lstStyle/>
        <a:p>
          <a:endParaRPr lang="es-MX"/>
        </a:p>
      </dgm:t>
    </dgm:pt>
    <dgm:pt modelId="{8C161242-21B1-4D06-8C47-65C09E2C6404}" type="sibTrans" cxnId="{00582436-9CB5-4809-A5DB-CA14ED8CAE04}">
      <dgm:prSet/>
      <dgm:spPr/>
      <dgm:t>
        <a:bodyPr/>
        <a:lstStyle/>
        <a:p>
          <a:endParaRPr lang="es-MX"/>
        </a:p>
      </dgm:t>
    </dgm:pt>
    <dgm:pt modelId="{9ECCE5F0-C4CA-41CC-9044-4C1A94A0430E}">
      <dgm:prSet/>
      <dgm:spPr/>
      <dgm:t>
        <a:bodyPr/>
        <a:lstStyle/>
        <a:p>
          <a:r>
            <a:rPr lang="es-MX" b="1"/>
            <a:t>Sistema de Costeo</a:t>
          </a:r>
          <a:endParaRPr lang="es-MX"/>
        </a:p>
      </dgm:t>
    </dgm:pt>
    <dgm:pt modelId="{8A647534-2526-4248-858C-DB36BC1FBDA0}" type="parTrans" cxnId="{9BE38AF4-4E4A-45FB-B899-F605A6A17936}">
      <dgm:prSet/>
      <dgm:spPr/>
      <dgm:t>
        <a:bodyPr/>
        <a:lstStyle/>
        <a:p>
          <a:endParaRPr lang="es-MX"/>
        </a:p>
      </dgm:t>
    </dgm:pt>
    <dgm:pt modelId="{B3F72B77-8797-4516-9884-278AD33E30B8}" type="sibTrans" cxnId="{9BE38AF4-4E4A-45FB-B899-F605A6A17936}">
      <dgm:prSet/>
      <dgm:spPr/>
      <dgm:t>
        <a:bodyPr/>
        <a:lstStyle/>
        <a:p>
          <a:endParaRPr lang="es-MX"/>
        </a:p>
      </dgm:t>
    </dgm:pt>
    <dgm:pt modelId="{638B25B4-2712-447D-BA10-7DD816387B4E}">
      <dgm:prSet/>
      <dgm:spPr/>
      <dgm:t>
        <a:bodyPr/>
        <a:lstStyle/>
        <a:p>
          <a:r>
            <a:rPr lang="es-MX"/>
            <a:t>Identifica y controla los costos de producción</a:t>
          </a:r>
        </a:p>
      </dgm:t>
    </dgm:pt>
    <dgm:pt modelId="{6B0C98B7-946A-4EBE-A758-BEEEB981A3BB}" type="parTrans" cxnId="{162BE7FB-D29C-45E0-9082-0B9F4B696BB5}">
      <dgm:prSet/>
      <dgm:spPr/>
      <dgm:t>
        <a:bodyPr/>
        <a:lstStyle/>
        <a:p>
          <a:endParaRPr lang="es-MX"/>
        </a:p>
      </dgm:t>
    </dgm:pt>
    <dgm:pt modelId="{C006573F-3B71-4FBC-9091-EA730D6864F9}" type="sibTrans" cxnId="{162BE7FB-D29C-45E0-9082-0B9F4B696BB5}">
      <dgm:prSet/>
      <dgm:spPr/>
      <dgm:t>
        <a:bodyPr/>
        <a:lstStyle/>
        <a:p>
          <a:endParaRPr lang="es-MX"/>
        </a:p>
      </dgm:t>
    </dgm:pt>
    <dgm:pt modelId="{6D498B13-DE96-4F1E-BFAC-89E72DF1C497}">
      <dgm:prSet/>
      <dgm:spPr/>
      <dgm:t>
        <a:bodyPr/>
        <a:lstStyle/>
        <a:p>
          <a:r>
            <a:rPr lang="es-MX"/>
            <a:t>Ayuda en la toma de decisiones gerenciales</a:t>
          </a:r>
        </a:p>
      </dgm:t>
    </dgm:pt>
    <dgm:pt modelId="{6A84BF14-5061-477E-82E9-56FBB378AE7D}" type="parTrans" cxnId="{8D8DA298-22F0-454F-AF30-582225D2A2EA}">
      <dgm:prSet/>
      <dgm:spPr/>
      <dgm:t>
        <a:bodyPr/>
        <a:lstStyle/>
        <a:p>
          <a:endParaRPr lang="es-MX"/>
        </a:p>
      </dgm:t>
    </dgm:pt>
    <dgm:pt modelId="{07E0921E-BE05-4075-B554-927246E41B01}" type="sibTrans" cxnId="{8D8DA298-22F0-454F-AF30-582225D2A2EA}">
      <dgm:prSet/>
      <dgm:spPr/>
      <dgm:t>
        <a:bodyPr/>
        <a:lstStyle/>
        <a:p>
          <a:endParaRPr lang="es-MX"/>
        </a:p>
      </dgm:t>
    </dgm:pt>
    <dgm:pt modelId="{35D61C60-5BFB-4B40-AF31-84ECAB177C00}">
      <dgm:prSet/>
      <dgm:spPr/>
      <dgm:t>
        <a:bodyPr/>
        <a:lstStyle/>
        <a:p>
          <a:r>
            <a:rPr lang="es-MX" b="1"/>
            <a:t>Tipos de Costos</a:t>
          </a:r>
          <a:endParaRPr lang="es-MX"/>
        </a:p>
      </dgm:t>
    </dgm:pt>
    <dgm:pt modelId="{BCC2A9CA-4CBE-4712-95BE-5B138ECA2547}" type="parTrans" cxnId="{D6B5C593-2DBC-47EB-BFB8-CDA8CFF6D2BA}">
      <dgm:prSet/>
      <dgm:spPr/>
      <dgm:t>
        <a:bodyPr/>
        <a:lstStyle/>
        <a:p>
          <a:endParaRPr lang="es-MX"/>
        </a:p>
      </dgm:t>
    </dgm:pt>
    <dgm:pt modelId="{2ED289C5-6F61-4F35-AEC6-917AB9FACFEC}" type="sibTrans" cxnId="{D6B5C593-2DBC-47EB-BFB8-CDA8CFF6D2BA}">
      <dgm:prSet/>
      <dgm:spPr/>
      <dgm:t>
        <a:bodyPr/>
        <a:lstStyle/>
        <a:p>
          <a:endParaRPr lang="es-MX"/>
        </a:p>
      </dgm:t>
    </dgm:pt>
    <dgm:pt modelId="{E01BA5FD-C171-4FEB-BF14-5BDA1B83408F}">
      <dgm:prSet/>
      <dgm:spPr/>
      <dgm:t>
        <a:bodyPr/>
        <a:lstStyle/>
        <a:p>
          <a:r>
            <a:rPr lang="es-MX"/>
            <a:t>Costos fijos</a:t>
          </a:r>
        </a:p>
      </dgm:t>
    </dgm:pt>
    <dgm:pt modelId="{CC5881FD-AF43-40C1-93A3-8851789D25C8}" type="parTrans" cxnId="{27C9F963-EE87-4BD1-A703-8CD33B5A1CC1}">
      <dgm:prSet/>
      <dgm:spPr/>
      <dgm:t>
        <a:bodyPr/>
        <a:lstStyle/>
        <a:p>
          <a:endParaRPr lang="es-MX"/>
        </a:p>
      </dgm:t>
    </dgm:pt>
    <dgm:pt modelId="{CC907202-65CC-4D66-97B7-BC99302F9447}" type="sibTrans" cxnId="{27C9F963-EE87-4BD1-A703-8CD33B5A1CC1}">
      <dgm:prSet/>
      <dgm:spPr/>
      <dgm:t>
        <a:bodyPr/>
        <a:lstStyle/>
        <a:p>
          <a:endParaRPr lang="es-MX"/>
        </a:p>
      </dgm:t>
    </dgm:pt>
    <dgm:pt modelId="{7C5E9047-F926-4BF6-9E2F-D0EB6900247B}">
      <dgm:prSet/>
      <dgm:spPr/>
      <dgm:t>
        <a:bodyPr/>
        <a:lstStyle/>
        <a:p>
          <a:r>
            <a:rPr lang="es-MX"/>
            <a:t>Costos variables</a:t>
          </a:r>
        </a:p>
      </dgm:t>
    </dgm:pt>
    <dgm:pt modelId="{B0DDDFD2-4288-42F3-ADB6-33D81579D3E3}" type="parTrans" cxnId="{C7BA1E40-AB5E-40A4-8F70-FF3675DE53B6}">
      <dgm:prSet/>
      <dgm:spPr/>
      <dgm:t>
        <a:bodyPr/>
        <a:lstStyle/>
        <a:p>
          <a:endParaRPr lang="es-MX"/>
        </a:p>
      </dgm:t>
    </dgm:pt>
    <dgm:pt modelId="{561F82D5-6BC9-4A93-B0EA-A4BAD5E6E28D}" type="sibTrans" cxnId="{C7BA1E40-AB5E-40A4-8F70-FF3675DE53B6}">
      <dgm:prSet/>
      <dgm:spPr/>
      <dgm:t>
        <a:bodyPr/>
        <a:lstStyle/>
        <a:p>
          <a:endParaRPr lang="es-MX"/>
        </a:p>
      </dgm:t>
    </dgm:pt>
    <dgm:pt modelId="{6337AB9D-7079-4FC2-9D60-ECB4985C86AE}">
      <dgm:prSet/>
      <dgm:spPr/>
      <dgm:t>
        <a:bodyPr/>
        <a:lstStyle/>
        <a:p>
          <a:r>
            <a:rPr lang="es-MX"/>
            <a:t>Costos directos</a:t>
          </a:r>
        </a:p>
      </dgm:t>
    </dgm:pt>
    <dgm:pt modelId="{8BB89DC8-AC66-473E-8C39-6C926E586B04}" type="parTrans" cxnId="{01A5CA6B-15F6-428A-B9BA-ABD74803C821}">
      <dgm:prSet/>
      <dgm:spPr/>
      <dgm:t>
        <a:bodyPr/>
        <a:lstStyle/>
        <a:p>
          <a:endParaRPr lang="es-MX"/>
        </a:p>
      </dgm:t>
    </dgm:pt>
    <dgm:pt modelId="{5922F2CC-4012-4619-9EDF-64ED343ED1CB}" type="sibTrans" cxnId="{01A5CA6B-15F6-428A-B9BA-ABD74803C821}">
      <dgm:prSet/>
      <dgm:spPr/>
      <dgm:t>
        <a:bodyPr/>
        <a:lstStyle/>
        <a:p>
          <a:endParaRPr lang="es-MX"/>
        </a:p>
      </dgm:t>
    </dgm:pt>
    <dgm:pt modelId="{4FB3EF12-52A1-4C6D-BAC7-64EA68C7D749}">
      <dgm:prSet/>
      <dgm:spPr/>
      <dgm:t>
        <a:bodyPr/>
        <a:lstStyle/>
        <a:p>
          <a:r>
            <a:rPr lang="es-MX"/>
            <a:t>Costos indirectos</a:t>
          </a:r>
        </a:p>
      </dgm:t>
    </dgm:pt>
    <dgm:pt modelId="{3D3A9EF3-F567-4655-A33A-58350D7BFFE3}" type="parTrans" cxnId="{CBC759F4-9620-417E-B9F5-86F3A094653B}">
      <dgm:prSet/>
      <dgm:spPr/>
      <dgm:t>
        <a:bodyPr/>
        <a:lstStyle/>
        <a:p>
          <a:endParaRPr lang="es-MX"/>
        </a:p>
      </dgm:t>
    </dgm:pt>
    <dgm:pt modelId="{712E1B6B-3915-4370-B838-16FCB6FF4AA8}" type="sibTrans" cxnId="{CBC759F4-9620-417E-B9F5-86F3A094653B}">
      <dgm:prSet/>
      <dgm:spPr/>
      <dgm:t>
        <a:bodyPr/>
        <a:lstStyle/>
        <a:p>
          <a:endParaRPr lang="es-MX"/>
        </a:p>
      </dgm:t>
    </dgm:pt>
    <dgm:pt modelId="{DD6177DA-6BA4-40F8-8A8B-B8B4157EEA5D}">
      <dgm:prSet/>
      <dgm:spPr/>
      <dgm:t>
        <a:bodyPr/>
        <a:lstStyle/>
        <a:p>
          <a:r>
            <a:rPr lang="es-MX"/>
            <a:t>Costos mixtos</a:t>
          </a:r>
        </a:p>
      </dgm:t>
    </dgm:pt>
    <dgm:pt modelId="{88815D4F-8165-4F3E-97E9-C7149C5E3948}" type="parTrans" cxnId="{1A843B33-ACC1-4C0B-92E1-6F965BCA959D}">
      <dgm:prSet/>
      <dgm:spPr/>
      <dgm:t>
        <a:bodyPr/>
        <a:lstStyle/>
        <a:p>
          <a:endParaRPr lang="es-MX"/>
        </a:p>
      </dgm:t>
    </dgm:pt>
    <dgm:pt modelId="{24951BE0-6634-47B9-AC38-5AFB91BAB3E3}" type="sibTrans" cxnId="{1A843B33-ACC1-4C0B-92E1-6F965BCA959D}">
      <dgm:prSet/>
      <dgm:spPr/>
      <dgm:t>
        <a:bodyPr/>
        <a:lstStyle/>
        <a:p>
          <a:endParaRPr lang="es-MX"/>
        </a:p>
      </dgm:t>
    </dgm:pt>
    <dgm:pt modelId="{348908E4-A69C-4151-8438-F183FA0D5DB4}">
      <dgm:prSet/>
      <dgm:spPr/>
      <dgm:t>
        <a:bodyPr/>
        <a:lstStyle/>
        <a:p>
          <a:r>
            <a:rPr lang="es-MX" b="1"/>
            <a:t>Sistemas de Costeo</a:t>
          </a:r>
          <a:endParaRPr lang="es-MX"/>
        </a:p>
      </dgm:t>
    </dgm:pt>
    <dgm:pt modelId="{96F6CCCC-39D7-43E6-ACD9-56B919DB04EE}" type="parTrans" cxnId="{1310676D-D2A2-4C4B-91DD-A8FAB572A2CE}">
      <dgm:prSet/>
      <dgm:spPr/>
      <dgm:t>
        <a:bodyPr/>
        <a:lstStyle/>
        <a:p>
          <a:endParaRPr lang="es-MX"/>
        </a:p>
      </dgm:t>
    </dgm:pt>
    <dgm:pt modelId="{6804E10B-F686-4FDC-B283-A8A7FE2D694A}" type="sibTrans" cxnId="{1310676D-D2A2-4C4B-91DD-A8FAB572A2CE}">
      <dgm:prSet/>
      <dgm:spPr/>
      <dgm:t>
        <a:bodyPr/>
        <a:lstStyle/>
        <a:p>
          <a:endParaRPr lang="es-MX"/>
        </a:p>
      </dgm:t>
    </dgm:pt>
    <dgm:pt modelId="{180BE1D9-BA63-4B13-9440-2D93A586D6A2}">
      <dgm:prSet/>
      <dgm:spPr/>
      <dgm:t>
        <a:bodyPr/>
        <a:lstStyle/>
        <a:p>
          <a:r>
            <a:rPr lang="es-MX"/>
            <a:t>Por órdenes de producción</a:t>
          </a:r>
        </a:p>
      </dgm:t>
    </dgm:pt>
    <dgm:pt modelId="{B351E088-6CF5-4DEF-8FBE-2195259F49FD}" type="parTrans" cxnId="{79188B76-9289-4ABC-AE33-D025C8F95CCF}">
      <dgm:prSet/>
      <dgm:spPr/>
      <dgm:t>
        <a:bodyPr/>
        <a:lstStyle/>
        <a:p>
          <a:endParaRPr lang="es-MX"/>
        </a:p>
      </dgm:t>
    </dgm:pt>
    <dgm:pt modelId="{6F0E92CA-4414-47FE-B6EF-2C4EF7B89BCF}" type="sibTrans" cxnId="{79188B76-9289-4ABC-AE33-D025C8F95CCF}">
      <dgm:prSet/>
      <dgm:spPr/>
      <dgm:t>
        <a:bodyPr/>
        <a:lstStyle/>
        <a:p>
          <a:endParaRPr lang="es-MX"/>
        </a:p>
      </dgm:t>
    </dgm:pt>
    <dgm:pt modelId="{22DECEF8-6054-4020-AEBA-FD6BF3B9623F}">
      <dgm:prSet/>
      <dgm:spPr/>
      <dgm:t>
        <a:bodyPr/>
        <a:lstStyle/>
        <a:p>
          <a:r>
            <a:rPr lang="es-MX"/>
            <a:t>Por procesos</a:t>
          </a:r>
        </a:p>
      </dgm:t>
    </dgm:pt>
    <dgm:pt modelId="{D79DB0D7-989F-4B76-8704-00064E53EB34}" type="parTrans" cxnId="{5D557F16-1102-4DB2-B86E-36A16AADDB96}">
      <dgm:prSet/>
      <dgm:spPr/>
      <dgm:t>
        <a:bodyPr/>
        <a:lstStyle/>
        <a:p>
          <a:endParaRPr lang="es-MX"/>
        </a:p>
      </dgm:t>
    </dgm:pt>
    <dgm:pt modelId="{DCA8E930-A92E-46B5-962C-9B9B42B42FE5}" type="sibTrans" cxnId="{5D557F16-1102-4DB2-B86E-36A16AADDB96}">
      <dgm:prSet/>
      <dgm:spPr/>
      <dgm:t>
        <a:bodyPr/>
        <a:lstStyle/>
        <a:p>
          <a:endParaRPr lang="es-MX"/>
        </a:p>
      </dgm:t>
    </dgm:pt>
    <dgm:pt modelId="{2CA3C11E-C3BE-41D4-B742-414577F1B191}">
      <dgm:prSet/>
      <dgm:spPr/>
      <dgm:t>
        <a:bodyPr/>
        <a:lstStyle/>
        <a:p>
          <a:r>
            <a:rPr lang="es-MX"/>
            <a:t>Por actividades (ABC)</a:t>
          </a:r>
        </a:p>
      </dgm:t>
    </dgm:pt>
    <dgm:pt modelId="{BCFF4E37-5CEB-4DD4-AC8C-3D6EA7A9E31C}" type="parTrans" cxnId="{46EF0B48-C822-48EC-AB68-EDCD7DB5ED25}">
      <dgm:prSet/>
      <dgm:spPr/>
      <dgm:t>
        <a:bodyPr/>
        <a:lstStyle/>
        <a:p>
          <a:endParaRPr lang="es-MX"/>
        </a:p>
      </dgm:t>
    </dgm:pt>
    <dgm:pt modelId="{50D3FC60-5136-4B59-8662-43BBE22F2C03}" type="sibTrans" cxnId="{46EF0B48-C822-48EC-AB68-EDCD7DB5ED25}">
      <dgm:prSet/>
      <dgm:spPr/>
      <dgm:t>
        <a:bodyPr/>
        <a:lstStyle/>
        <a:p>
          <a:endParaRPr lang="es-MX"/>
        </a:p>
      </dgm:t>
    </dgm:pt>
    <dgm:pt modelId="{F08558EC-84A7-4297-92CF-C9F26E3257EF}">
      <dgm:prSet/>
      <dgm:spPr/>
      <dgm:t>
        <a:bodyPr/>
        <a:lstStyle/>
        <a:p>
          <a:r>
            <a:rPr lang="es-MX" b="1"/>
            <a:t>Elementos del Costo</a:t>
          </a:r>
          <a:endParaRPr lang="es-MX"/>
        </a:p>
      </dgm:t>
    </dgm:pt>
    <dgm:pt modelId="{176FD94C-9D61-4545-83C3-FD20DBCDD0DE}" type="parTrans" cxnId="{5C1D37D3-7838-47DE-9653-11E2F78F4F84}">
      <dgm:prSet/>
      <dgm:spPr/>
      <dgm:t>
        <a:bodyPr/>
        <a:lstStyle/>
        <a:p>
          <a:endParaRPr lang="es-MX"/>
        </a:p>
      </dgm:t>
    </dgm:pt>
    <dgm:pt modelId="{546C5246-15D1-4449-8288-C1DBFE44DCA7}" type="sibTrans" cxnId="{5C1D37D3-7838-47DE-9653-11E2F78F4F84}">
      <dgm:prSet/>
      <dgm:spPr/>
      <dgm:t>
        <a:bodyPr/>
        <a:lstStyle/>
        <a:p>
          <a:endParaRPr lang="es-MX"/>
        </a:p>
      </dgm:t>
    </dgm:pt>
    <dgm:pt modelId="{CDFA7127-57B4-469D-85C9-4D0FEBD38A72}">
      <dgm:prSet/>
      <dgm:spPr/>
      <dgm:t>
        <a:bodyPr/>
        <a:lstStyle/>
        <a:p>
          <a:r>
            <a:rPr lang="es-MX"/>
            <a:t>Materia prima</a:t>
          </a:r>
        </a:p>
      </dgm:t>
    </dgm:pt>
    <dgm:pt modelId="{AD6472BB-EB58-49E5-B5DB-98D756C2C9E9}" type="parTrans" cxnId="{45A57DD7-26DC-41EA-B1AA-0E544943C732}">
      <dgm:prSet/>
      <dgm:spPr/>
      <dgm:t>
        <a:bodyPr/>
        <a:lstStyle/>
        <a:p>
          <a:endParaRPr lang="es-MX"/>
        </a:p>
      </dgm:t>
    </dgm:pt>
    <dgm:pt modelId="{F2933034-1060-47F8-AACC-D74FA9A227CD}" type="sibTrans" cxnId="{45A57DD7-26DC-41EA-B1AA-0E544943C732}">
      <dgm:prSet/>
      <dgm:spPr/>
      <dgm:t>
        <a:bodyPr/>
        <a:lstStyle/>
        <a:p>
          <a:endParaRPr lang="es-MX"/>
        </a:p>
      </dgm:t>
    </dgm:pt>
    <dgm:pt modelId="{9FCBC1AF-141E-4359-9957-C5EA20C273A4}">
      <dgm:prSet/>
      <dgm:spPr/>
      <dgm:t>
        <a:bodyPr/>
        <a:lstStyle/>
        <a:p>
          <a:r>
            <a:rPr lang="es-MX"/>
            <a:t>Mano de obra directa</a:t>
          </a:r>
        </a:p>
      </dgm:t>
    </dgm:pt>
    <dgm:pt modelId="{9E36EE95-A6A8-48B9-819B-6EC7547C19BC}" type="parTrans" cxnId="{69BF10E0-8DCE-48BD-B294-8FE7CF66F823}">
      <dgm:prSet/>
      <dgm:spPr/>
      <dgm:t>
        <a:bodyPr/>
        <a:lstStyle/>
        <a:p>
          <a:endParaRPr lang="es-MX"/>
        </a:p>
      </dgm:t>
    </dgm:pt>
    <dgm:pt modelId="{BC0A9128-61E9-4949-BD24-217E167B44EF}" type="sibTrans" cxnId="{69BF10E0-8DCE-48BD-B294-8FE7CF66F823}">
      <dgm:prSet/>
      <dgm:spPr/>
      <dgm:t>
        <a:bodyPr/>
        <a:lstStyle/>
        <a:p>
          <a:endParaRPr lang="es-MX"/>
        </a:p>
      </dgm:t>
    </dgm:pt>
    <dgm:pt modelId="{8BF35384-73A3-476B-BA75-7879D17A01E6}">
      <dgm:prSet/>
      <dgm:spPr/>
      <dgm:t>
        <a:bodyPr/>
        <a:lstStyle/>
        <a:p>
          <a:r>
            <a:rPr lang="es-MX"/>
            <a:t>Costos indirectos de fabricación (CIF)</a:t>
          </a:r>
        </a:p>
      </dgm:t>
    </dgm:pt>
    <dgm:pt modelId="{A3C452DC-E648-43B0-95CD-31844983F5C8}" type="parTrans" cxnId="{6BDD5F85-A6B0-4F62-961A-D423ED86DA55}">
      <dgm:prSet/>
      <dgm:spPr/>
      <dgm:t>
        <a:bodyPr/>
        <a:lstStyle/>
        <a:p>
          <a:endParaRPr lang="es-MX"/>
        </a:p>
      </dgm:t>
    </dgm:pt>
    <dgm:pt modelId="{C64FFFC6-1ECC-4C55-AF32-C6D80ADB8773}" type="sibTrans" cxnId="{6BDD5F85-A6B0-4F62-961A-D423ED86DA55}">
      <dgm:prSet/>
      <dgm:spPr/>
      <dgm:t>
        <a:bodyPr/>
        <a:lstStyle/>
        <a:p>
          <a:endParaRPr lang="es-MX"/>
        </a:p>
      </dgm:t>
    </dgm:pt>
    <dgm:pt modelId="{22B64815-8BA3-47F1-BFAB-35386F9D9037}">
      <dgm:prSet/>
      <dgm:spPr/>
      <dgm:t>
        <a:bodyPr/>
        <a:lstStyle/>
        <a:p>
          <a:r>
            <a:rPr lang="es-MX" b="1"/>
            <a:t>Estado de Costos</a:t>
          </a:r>
          <a:endParaRPr lang="es-MX"/>
        </a:p>
      </dgm:t>
    </dgm:pt>
    <dgm:pt modelId="{B185DD5E-F5C5-4BED-AF90-1769086A7A4C}" type="parTrans" cxnId="{58315C88-3927-48ED-BAA7-DFEBA6F9FBFA}">
      <dgm:prSet/>
      <dgm:spPr/>
      <dgm:t>
        <a:bodyPr/>
        <a:lstStyle/>
        <a:p>
          <a:endParaRPr lang="es-MX"/>
        </a:p>
      </dgm:t>
    </dgm:pt>
    <dgm:pt modelId="{B23666A5-C46B-4785-9BDE-19CF7B0CEFEF}" type="sibTrans" cxnId="{58315C88-3927-48ED-BAA7-DFEBA6F9FBFA}">
      <dgm:prSet/>
      <dgm:spPr/>
      <dgm:t>
        <a:bodyPr/>
        <a:lstStyle/>
        <a:p>
          <a:endParaRPr lang="es-MX"/>
        </a:p>
      </dgm:t>
    </dgm:pt>
    <dgm:pt modelId="{838515CA-E04A-4CEB-BBFA-290097A6A9C5}">
      <dgm:prSet/>
      <dgm:spPr/>
      <dgm:t>
        <a:bodyPr/>
        <a:lstStyle/>
        <a:p>
          <a:r>
            <a:rPr lang="es-MX"/>
            <a:t>Registra y resume todos los costos del periodo</a:t>
          </a:r>
        </a:p>
      </dgm:t>
    </dgm:pt>
    <dgm:pt modelId="{B7FA4878-918C-4728-9B89-88D3D038FFA1}" type="parTrans" cxnId="{710C780B-8A61-42EE-9B35-CF7F47490618}">
      <dgm:prSet/>
      <dgm:spPr/>
      <dgm:t>
        <a:bodyPr/>
        <a:lstStyle/>
        <a:p>
          <a:endParaRPr lang="es-MX"/>
        </a:p>
      </dgm:t>
    </dgm:pt>
    <dgm:pt modelId="{A899DC52-EFA4-477E-BA1C-885F2915E54D}" type="sibTrans" cxnId="{710C780B-8A61-42EE-9B35-CF7F47490618}">
      <dgm:prSet/>
      <dgm:spPr/>
      <dgm:t>
        <a:bodyPr/>
        <a:lstStyle/>
        <a:p>
          <a:endParaRPr lang="es-MX"/>
        </a:p>
      </dgm:t>
    </dgm:pt>
    <dgm:pt modelId="{8A26966B-715A-4D15-8F16-2F746DCC34A4}">
      <dgm:prSet/>
      <dgm:spPr/>
      <dgm:t>
        <a:bodyPr/>
        <a:lstStyle/>
        <a:p>
          <a:r>
            <a:rPr lang="es-MX"/>
            <a:t>Base para decisiones financieras</a:t>
          </a:r>
        </a:p>
      </dgm:t>
    </dgm:pt>
    <dgm:pt modelId="{A971061F-3DE3-4990-890B-CF855C68B3DD}" type="parTrans" cxnId="{880C776C-6988-4AC5-96F9-9BFC7EDC92B7}">
      <dgm:prSet/>
      <dgm:spPr/>
      <dgm:t>
        <a:bodyPr/>
        <a:lstStyle/>
        <a:p>
          <a:endParaRPr lang="es-MX"/>
        </a:p>
      </dgm:t>
    </dgm:pt>
    <dgm:pt modelId="{DA51E2A5-1695-4ED3-93E5-66D4F3E6DD64}" type="sibTrans" cxnId="{880C776C-6988-4AC5-96F9-9BFC7EDC92B7}">
      <dgm:prSet/>
      <dgm:spPr/>
      <dgm:t>
        <a:bodyPr/>
        <a:lstStyle/>
        <a:p>
          <a:endParaRPr lang="es-MX"/>
        </a:p>
      </dgm:t>
    </dgm:pt>
    <dgm:pt modelId="{72FBD43B-4BEA-4E22-8ADF-5D1C3C3CCDF3}">
      <dgm:prSet/>
      <dgm:spPr/>
      <dgm:t>
        <a:bodyPr/>
        <a:lstStyle/>
        <a:p>
          <a:r>
            <a:rPr lang="es-MX" b="1"/>
            <a:t>Punto de Equilibrio</a:t>
          </a:r>
          <a:endParaRPr lang="es-MX"/>
        </a:p>
      </dgm:t>
    </dgm:pt>
    <dgm:pt modelId="{CA220E33-2D5A-417C-897B-6C352FE7B420}" type="parTrans" cxnId="{DC14EA5C-68B9-476A-B7E1-BECDF6402074}">
      <dgm:prSet/>
      <dgm:spPr/>
      <dgm:t>
        <a:bodyPr/>
        <a:lstStyle/>
        <a:p>
          <a:endParaRPr lang="es-MX"/>
        </a:p>
      </dgm:t>
    </dgm:pt>
    <dgm:pt modelId="{FCF1A3C5-34FA-4C0A-AF46-2AE01813F88F}" type="sibTrans" cxnId="{DC14EA5C-68B9-476A-B7E1-BECDF6402074}">
      <dgm:prSet/>
      <dgm:spPr/>
      <dgm:t>
        <a:bodyPr/>
        <a:lstStyle/>
        <a:p>
          <a:endParaRPr lang="es-MX"/>
        </a:p>
      </dgm:t>
    </dgm:pt>
    <dgm:pt modelId="{BD6C27DC-A6D9-4A79-9E9B-01B0ED1C08E7}">
      <dgm:prSet/>
      <dgm:spPr/>
      <dgm:t>
        <a:bodyPr/>
        <a:lstStyle/>
        <a:p>
          <a:r>
            <a:rPr lang="es-MX"/>
            <a:t>Cantidad mínima para no tener pérdidas</a:t>
          </a:r>
        </a:p>
      </dgm:t>
    </dgm:pt>
    <dgm:pt modelId="{4DC2A15F-8E4B-464E-A766-4716E5E5172E}" type="parTrans" cxnId="{6F35AD9C-F885-4175-86B0-F650E2C6B22D}">
      <dgm:prSet/>
      <dgm:spPr/>
      <dgm:t>
        <a:bodyPr/>
        <a:lstStyle/>
        <a:p>
          <a:endParaRPr lang="es-MX"/>
        </a:p>
      </dgm:t>
    </dgm:pt>
    <dgm:pt modelId="{8D8F94A5-6A54-4C16-A308-6B93BFB267EF}" type="sibTrans" cxnId="{6F35AD9C-F885-4175-86B0-F650E2C6B22D}">
      <dgm:prSet/>
      <dgm:spPr/>
      <dgm:t>
        <a:bodyPr/>
        <a:lstStyle/>
        <a:p>
          <a:endParaRPr lang="es-MX"/>
        </a:p>
      </dgm:t>
    </dgm:pt>
    <dgm:pt modelId="{6DF48598-8197-4B96-B168-05A8652AE58F}">
      <dgm:prSet/>
      <dgm:spPr/>
      <dgm:t>
        <a:bodyPr/>
        <a:lstStyle/>
        <a:p>
          <a:r>
            <a:rPr lang="es-MX"/>
            <a:t>Ayuda a calcular precio de venta</a:t>
          </a:r>
        </a:p>
      </dgm:t>
    </dgm:pt>
    <dgm:pt modelId="{76A585D0-8A66-47BF-83AE-B01C56D53ABF}" type="parTrans" cxnId="{2A677ABE-B8FF-4AB5-A123-0613F4A8FCA7}">
      <dgm:prSet/>
      <dgm:spPr/>
      <dgm:t>
        <a:bodyPr/>
        <a:lstStyle/>
        <a:p>
          <a:endParaRPr lang="es-MX"/>
        </a:p>
      </dgm:t>
    </dgm:pt>
    <dgm:pt modelId="{2A86BED5-E20D-4D2E-B8AC-D33E1F45DB2C}" type="sibTrans" cxnId="{2A677ABE-B8FF-4AB5-A123-0613F4A8FCA7}">
      <dgm:prSet/>
      <dgm:spPr/>
      <dgm:t>
        <a:bodyPr/>
        <a:lstStyle/>
        <a:p>
          <a:endParaRPr lang="es-MX"/>
        </a:p>
      </dgm:t>
    </dgm:pt>
    <dgm:pt modelId="{4DAD05C7-AAC6-4562-B74C-F8C0203B9CF9}" type="pres">
      <dgm:prSet presAssocID="{2E93869A-D0B4-4058-AEB8-DB2521BD53F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2088F44-0DBE-4B26-8EC1-345AB06C969C}" type="pres">
      <dgm:prSet presAssocID="{1B70B564-5E8E-40D5-A308-6E71F2C70B93}" presName="hierRoot1" presStyleCnt="0">
        <dgm:presLayoutVars>
          <dgm:hierBranch val="init"/>
        </dgm:presLayoutVars>
      </dgm:prSet>
      <dgm:spPr/>
    </dgm:pt>
    <dgm:pt modelId="{1641AAEE-5E3E-4CBE-AE3A-F4CB1F7343EA}" type="pres">
      <dgm:prSet presAssocID="{1B70B564-5E8E-40D5-A308-6E71F2C70B93}" presName="rootComposite1" presStyleCnt="0"/>
      <dgm:spPr/>
    </dgm:pt>
    <dgm:pt modelId="{59A87810-8D56-4DB3-B2F1-9C10086419D8}" type="pres">
      <dgm:prSet presAssocID="{1B70B564-5E8E-40D5-A308-6E71F2C70B93}" presName="rootText1" presStyleLbl="node0" presStyleIdx="0" presStyleCnt="1" custScaleX="446403" custScaleY="52978">
        <dgm:presLayoutVars>
          <dgm:chPref val="3"/>
        </dgm:presLayoutVars>
      </dgm:prSet>
      <dgm:spPr/>
    </dgm:pt>
    <dgm:pt modelId="{305D543F-83F6-45FD-ABD2-A5B97A1C5281}" type="pres">
      <dgm:prSet presAssocID="{1B70B564-5E8E-40D5-A308-6E71F2C70B93}" presName="rootConnector1" presStyleLbl="node1" presStyleIdx="0" presStyleCnt="0"/>
      <dgm:spPr/>
    </dgm:pt>
    <dgm:pt modelId="{533F4A3E-DDBD-4A7E-B210-379E98503DBA}" type="pres">
      <dgm:prSet presAssocID="{1B70B564-5E8E-40D5-A308-6E71F2C70B93}" presName="hierChild2" presStyleCnt="0"/>
      <dgm:spPr/>
    </dgm:pt>
    <dgm:pt modelId="{3FC1A482-9267-486B-BFD4-046AF68AA4F8}" type="pres">
      <dgm:prSet presAssocID="{8A647534-2526-4248-858C-DB36BC1FBDA0}" presName="Name37" presStyleLbl="parChTrans1D2" presStyleIdx="0" presStyleCnt="6"/>
      <dgm:spPr/>
    </dgm:pt>
    <dgm:pt modelId="{071C4C8D-9EEE-4657-B36A-D9F12B693FFC}" type="pres">
      <dgm:prSet presAssocID="{9ECCE5F0-C4CA-41CC-9044-4C1A94A0430E}" presName="hierRoot2" presStyleCnt="0">
        <dgm:presLayoutVars>
          <dgm:hierBranch val="init"/>
        </dgm:presLayoutVars>
      </dgm:prSet>
      <dgm:spPr/>
    </dgm:pt>
    <dgm:pt modelId="{D7FC5D88-D058-40ED-8B0F-19D908CF7927}" type="pres">
      <dgm:prSet presAssocID="{9ECCE5F0-C4CA-41CC-9044-4C1A94A0430E}" presName="rootComposite" presStyleCnt="0"/>
      <dgm:spPr/>
    </dgm:pt>
    <dgm:pt modelId="{5357FF76-2D31-4F53-A231-2721469FBC00}" type="pres">
      <dgm:prSet presAssocID="{9ECCE5F0-C4CA-41CC-9044-4C1A94A0430E}" presName="rootText" presStyleLbl="node2" presStyleIdx="0" presStyleCnt="6">
        <dgm:presLayoutVars>
          <dgm:chPref val="3"/>
        </dgm:presLayoutVars>
      </dgm:prSet>
      <dgm:spPr/>
    </dgm:pt>
    <dgm:pt modelId="{67D898C3-368F-4BA1-BE68-129030EB413E}" type="pres">
      <dgm:prSet presAssocID="{9ECCE5F0-C4CA-41CC-9044-4C1A94A0430E}" presName="rootConnector" presStyleLbl="node2" presStyleIdx="0" presStyleCnt="6"/>
      <dgm:spPr/>
    </dgm:pt>
    <dgm:pt modelId="{8F52D15D-52A4-4C6A-99AF-F9ADBBC932A7}" type="pres">
      <dgm:prSet presAssocID="{9ECCE5F0-C4CA-41CC-9044-4C1A94A0430E}" presName="hierChild4" presStyleCnt="0"/>
      <dgm:spPr/>
    </dgm:pt>
    <dgm:pt modelId="{8976AD7A-D1F2-455F-9E10-8C97ED6D556E}" type="pres">
      <dgm:prSet presAssocID="{6B0C98B7-946A-4EBE-A758-BEEEB981A3BB}" presName="Name37" presStyleLbl="parChTrans1D3" presStyleIdx="0" presStyleCnt="17"/>
      <dgm:spPr/>
    </dgm:pt>
    <dgm:pt modelId="{6C9D0416-5469-42CE-92E0-9F68E78EC357}" type="pres">
      <dgm:prSet presAssocID="{638B25B4-2712-447D-BA10-7DD816387B4E}" presName="hierRoot2" presStyleCnt="0">
        <dgm:presLayoutVars>
          <dgm:hierBranch val="init"/>
        </dgm:presLayoutVars>
      </dgm:prSet>
      <dgm:spPr/>
    </dgm:pt>
    <dgm:pt modelId="{6066D3BF-2751-4AC7-B5EE-518519F284F1}" type="pres">
      <dgm:prSet presAssocID="{638B25B4-2712-447D-BA10-7DD816387B4E}" presName="rootComposite" presStyleCnt="0"/>
      <dgm:spPr/>
    </dgm:pt>
    <dgm:pt modelId="{C032AB6D-38BD-483A-A794-4F214E79A3D9}" type="pres">
      <dgm:prSet presAssocID="{638B25B4-2712-447D-BA10-7DD816387B4E}" presName="rootText" presStyleLbl="node3" presStyleIdx="0" presStyleCnt="17">
        <dgm:presLayoutVars>
          <dgm:chPref val="3"/>
        </dgm:presLayoutVars>
      </dgm:prSet>
      <dgm:spPr/>
    </dgm:pt>
    <dgm:pt modelId="{801A7253-BBCF-461B-B212-ABEFB2E6F54A}" type="pres">
      <dgm:prSet presAssocID="{638B25B4-2712-447D-BA10-7DD816387B4E}" presName="rootConnector" presStyleLbl="node3" presStyleIdx="0" presStyleCnt="17"/>
      <dgm:spPr/>
    </dgm:pt>
    <dgm:pt modelId="{A99F837E-DCC4-4E73-995B-2AF15A623142}" type="pres">
      <dgm:prSet presAssocID="{638B25B4-2712-447D-BA10-7DD816387B4E}" presName="hierChild4" presStyleCnt="0"/>
      <dgm:spPr/>
    </dgm:pt>
    <dgm:pt modelId="{2C9343B3-58C0-4ED8-94E1-8D9EC0B7E299}" type="pres">
      <dgm:prSet presAssocID="{638B25B4-2712-447D-BA10-7DD816387B4E}" presName="hierChild5" presStyleCnt="0"/>
      <dgm:spPr/>
    </dgm:pt>
    <dgm:pt modelId="{7A78BDA8-DE1C-490A-B663-F2D6E03AD586}" type="pres">
      <dgm:prSet presAssocID="{6A84BF14-5061-477E-82E9-56FBB378AE7D}" presName="Name37" presStyleLbl="parChTrans1D3" presStyleIdx="1" presStyleCnt="17"/>
      <dgm:spPr/>
    </dgm:pt>
    <dgm:pt modelId="{59F4E3F4-482A-4133-82AE-7D53063C5994}" type="pres">
      <dgm:prSet presAssocID="{6D498B13-DE96-4F1E-BFAC-89E72DF1C497}" presName="hierRoot2" presStyleCnt="0">
        <dgm:presLayoutVars>
          <dgm:hierBranch val="init"/>
        </dgm:presLayoutVars>
      </dgm:prSet>
      <dgm:spPr/>
    </dgm:pt>
    <dgm:pt modelId="{A28624B0-DEE9-4785-92CA-574803400EA2}" type="pres">
      <dgm:prSet presAssocID="{6D498B13-DE96-4F1E-BFAC-89E72DF1C497}" presName="rootComposite" presStyleCnt="0"/>
      <dgm:spPr/>
    </dgm:pt>
    <dgm:pt modelId="{5DC84F5F-94A5-4B3D-B923-C1006737EB7A}" type="pres">
      <dgm:prSet presAssocID="{6D498B13-DE96-4F1E-BFAC-89E72DF1C497}" presName="rootText" presStyleLbl="node3" presStyleIdx="1" presStyleCnt="17">
        <dgm:presLayoutVars>
          <dgm:chPref val="3"/>
        </dgm:presLayoutVars>
      </dgm:prSet>
      <dgm:spPr/>
    </dgm:pt>
    <dgm:pt modelId="{4E68581B-5B2F-43F4-8B2A-F4FAAA38BBE1}" type="pres">
      <dgm:prSet presAssocID="{6D498B13-DE96-4F1E-BFAC-89E72DF1C497}" presName="rootConnector" presStyleLbl="node3" presStyleIdx="1" presStyleCnt="17"/>
      <dgm:spPr/>
    </dgm:pt>
    <dgm:pt modelId="{B305C903-E35B-4AF4-86FA-08A8ED526954}" type="pres">
      <dgm:prSet presAssocID="{6D498B13-DE96-4F1E-BFAC-89E72DF1C497}" presName="hierChild4" presStyleCnt="0"/>
      <dgm:spPr/>
    </dgm:pt>
    <dgm:pt modelId="{8214AD4F-15C2-4454-B3BC-BCA0E233EBE4}" type="pres">
      <dgm:prSet presAssocID="{6D498B13-DE96-4F1E-BFAC-89E72DF1C497}" presName="hierChild5" presStyleCnt="0"/>
      <dgm:spPr/>
    </dgm:pt>
    <dgm:pt modelId="{F8664B00-8DB0-4B51-8247-AC687B25EFC0}" type="pres">
      <dgm:prSet presAssocID="{9ECCE5F0-C4CA-41CC-9044-4C1A94A0430E}" presName="hierChild5" presStyleCnt="0"/>
      <dgm:spPr/>
    </dgm:pt>
    <dgm:pt modelId="{E661E443-ED32-474A-9F24-B9F6E44BF1A4}" type="pres">
      <dgm:prSet presAssocID="{BCC2A9CA-4CBE-4712-95BE-5B138ECA2547}" presName="Name37" presStyleLbl="parChTrans1D2" presStyleIdx="1" presStyleCnt="6"/>
      <dgm:spPr/>
    </dgm:pt>
    <dgm:pt modelId="{AF101BF2-A486-4639-94C6-F4D268A57F8A}" type="pres">
      <dgm:prSet presAssocID="{35D61C60-5BFB-4B40-AF31-84ECAB177C00}" presName="hierRoot2" presStyleCnt="0">
        <dgm:presLayoutVars>
          <dgm:hierBranch val="init"/>
        </dgm:presLayoutVars>
      </dgm:prSet>
      <dgm:spPr/>
    </dgm:pt>
    <dgm:pt modelId="{95642A04-2F79-4FBC-BCA0-81994EC032D6}" type="pres">
      <dgm:prSet presAssocID="{35D61C60-5BFB-4B40-AF31-84ECAB177C00}" presName="rootComposite" presStyleCnt="0"/>
      <dgm:spPr/>
    </dgm:pt>
    <dgm:pt modelId="{0578154C-5C87-467D-93F6-092610EB9A2C}" type="pres">
      <dgm:prSet presAssocID="{35D61C60-5BFB-4B40-AF31-84ECAB177C00}" presName="rootText" presStyleLbl="node2" presStyleIdx="1" presStyleCnt="6">
        <dgm:presLayoutVars>
          <dgm:chPref val="3"/>
        </dgm:presLayoutVars>
      </dgm:prSet>
      <dgm:spPr/>
    </dgm:pt>
    <dgm:pt modelId="{A6EAB1B0-83CA-4BFA-95AB-2C89934CD984}" type="pres">
      <dgm:prSet presAssocID="{35D61C60-5BFB-4B40-AF31-84ECAB177C00}" presName="rootConnector" presStyleLbl="node2" presStyleIdx="1" presStyleCnt="6"/>
      <dgm:spPr/>
    </dgm:pt>
    <dgm:pt modelId="{AE0FEAA6-BDA6-4822-96E1-D63055C5CABA}" type="pres">
      <dgm:prSet presAssocID="{35D61C60-5BFB-4B40-AF31-84ECAB177C00}" presName="hierChild4" presStyleCnt="0"/>
      <dgm:spPr/>
    </dgm:pt>
    <dgm:pt modelId="{50378053-2AA9-4E09-917F-0C8111D3D0B5}" type="pres">
      <dgm:prSet presAssocID="{CC5881FD-AF43-40C1-93A3-8851789D25C8}" presName="Name37" presStyleLbl="parChTrans1D3" presStyleIdx="2" presStyleCnt="17"/>
      <dgm:spPr/>
    </dgm:pt>
    <dgm:pt modelId="{D1AF887E-1A95-4DEA-AC30-32AA3451D099}" type="pres">
      <dgm:prSet presAssocID="{E01BA5FD-C171-4FEB-BF14-5BDA1B83408F}" presName="hierRoot2" presStyleCnt="0">
        <dgm:presLayoutVars>
          <dgm:hierBranch val="init"/>
        </dgm:presLayoutVars>
      </dgm:prSet>
      <dgm:spPr/>
    </dgm:pt>
    <dgm:pt modelId="{6B2C0B5B-2E8B-41B9-AF8D-DBAF18010FD9}" type="pres">
      <dgm:prSet presAssocID="{E01BA5FD-C171-4FEB-BF14-5BDA1B83408F}" presName="rootComposite" presStyleCnt="0"/>
      <dgm:spPr/>
    </dgm:pt>
    <dgm:pt modelId="{C8157DA4-0180-49BB-BDF2-DAF83C2B3D55}" type="pres">
      <dgm:prSet presAssocID="{E01BA5FD-C171-4FEB-BF14-5BDA1B83408F}" presName="rootText" presStyleLbl="node3" presStyleIdx="2" presStyleCnt="17">
        <dgm:presLayoutVars>
          <dgm:chPref val="3"/>
        </dgm:presLayoutVars>
      </dgm:prSet>
      <dgm:spPr/>
    </dgm:pt>
    <dgm:pt modelId="{DA9E1570-ED03-4F51-A849-09586DD5392A}" type="pres">
      <dgm:prSet presAssocID="{E01BA5FD-C171-4FEB-BF14-5BDA1B83408F}" presName="rootConnector" presStyleLbl="node3" presStyleIdx="2" presStyleCnt="17"/>
      <dgm:spPr/>
    </dgm:pt>
    <dgm:pt modelId="{F2DFDEAF-4799-4652-B829-080304505F6C}" type="pres">
      <dgm:prSet presAssocID="{E01BA5FD-C171-4FEB-BF14-5BDA1B83408F}" presName="hierChild4" presStyleCnt="0"/>
      <dgm:spPr/>
    </dgm:pt>
    <dgm:pt modelId="{D5E748C1-5000-4FB9-AEA3-D26165FB1261}" type="pres">
      <dgm:prSet presAssocID="{E01BA5FD-C171-4FEB-BF14-5BDA1B83408F}" presName="hierChild5" presStyleCnt="0"/>
      <dgm:spPr/>
    </dgm:pt>
    <dgm:pt modelId="{552B7DBD-ED86-4406-9D83-396B2157E1C0}" type="pres">
      <dgm:prSet presAssocID="{B0DDDFD2-4288-42F3-ADB6-33D81579D3E3}" presName="Name37" presStyleLbl="parChTrans1D3" presStyleIdx="3" presStyleCnt="17"/>
      <dgm:spPr/>
    </dgm:pt>
    <dgm:pt modelId="{EAF54E0B-ED7C-424C-A082-1C51C5F0A230}" type="pres">
      <dgm:prSet presAssocID="{7C5E9047-F926-4BF6-9E2F-D0EB6900247B}" presName="hierRoot2" presStyleCnt="0">
        <dgm:presLayoutVars>
          <dgm:hierBranch val="init"/>
        </dgm:presLayoutVars>
      </dgm:prSet>
      <dgm:spPr/>
    </dgm:pt>
    <dgm:pt modelId="{4BFE50FE-B2C5-477D-A137-625AA6841FA5}" type="pres">
      <dgm:prSet presAssocID="{7C5E9047-F926-4BF6-9E2F-D0EB6900247B}" presName="rootComposite" presStyleCnt="0"/>
      <dgm:spPr/>
    </dgm:pt>
    <dgm:pt modelId="{115883BD-E2FF-4AF3-B136-FC4F8D4FBABD}" type="pres">
      <dgm:prSet presAssocID="{7C5E9047-F926-4BF6-9E2F-D0EB6900247B}" presName="rootText" presStyleLbl="node3" presStyleIdx="3" presStyleCnt="17">
        <dgm:presLayoutVars>
          <dgm:chPref val="3"/>
        </dgm:presLayoutVars>
      </dgm:prSet>
      <dgm:spPr/>
    </dgm:pt>
    <dgm:pt modelId="{BE076348-8518-4E0F-A9A9-0A51611ABEB9}" type="pres">
      <dgm:prSet presAssocID="{7C5E9047-F926-4BF6-9E2F-D0EB6900247B}" presName="rootConnector" presStyleLbl="node3" presStyleIdx="3" presStyleCnt="17"/>
      <dgm:spPr/>
    </dgm:pt>
    <dgm:pt modelId="{6701B9E3-DBD6-44EF-B628-0C8C9A8198B6}" type="pres">
      <dgm:prSet presAssocID="{7C5E9047-F926-4BF6-9E2F-D0EB6900247B}" presName="hierChild4" presStyleCnt="0"/>
      <dgm:spPr/>
    </dgm:pt>
    <dgm:pt modelId="{B58538A8-C4C1-42DC-B29A-B24E809CA9A1}" type="pres">
      <dgm:prSet presAssocID="{7C5E9047-F926-4BF6-9E2F-D0EB6900247B}" presName="hierChild5" presStyleCnt="0"/>
      <dgm:spPr/>
    </dgm:pt>
    <dgm:pt modelId="{4EAC784C-B70E-457C-B7F5-80ECD77796A3}" type="pres">
      <dgm:prSet presAssocID="{8BB89DC8-AC66-473E-8C39-6C926E586B04}" presName="Name37" presStyleLbl="parChTrans1D3" presStyleIdx="4" presStyleCnt="17"/>
      <dgm:spPr/>
    </dgm:pt>
    <dgm:pt modelId="{77D6F861-301D-4528-9605-5BC7334E26BC}" type="pres">
      <dgm:prSet presAssocID="{6337AB9D-7079-4FC2-9D60-ECB4985C86AE}" presName="hierRoot2" presStyleCnt="0">
        <dgm:presLayoutVars>
          <dgm:hierBranch val="init"/>
        </dgm:presLayoutVars>
      </dgm:prSet>
      <dgm:spPr/>
    </dgm:pt>
    <dgm:pt modelId="{6E848638-E1BE-408E-B363-6D7E519367DB}" type="pres">
      <dgm:prSet presAssocID="{6337AB9D-7079-4FC2-9D60-ECB4985C86AE}" presName="rootComposite" presStyleCnt="0"/>
      <dgm:spPr/>
    </dgm:pt>
    <dgm:pt modelId="{F26E488D-725F-4D4F-B8D5-66E15514F33D}" type="pres">
      <dgm:prSet presAssocID="{6337AB9D-7079-4FC2-9D60-ECB4985C86AE}" presName="rootText" presStyleLbl="node3" presStyleIdx="4" presStyleCnt="17">
        <dgm:presLayoutVars>
          <dgm:chPref val="3"/>
        </dgm:presLayoutVars>
      </dgm:prSet>
      <dgm:spPr/>
    </dgm:pt>
    <dgm:pt modelId="{272CD86A-E80B-4092-AA66-CA3BA8241333}" type="pres">
      <dgm:prSet presAssocID="{6337AB9D-7079-4FC2-9D60-ECB4985C86AE}" presName="rootConnector" presStyleLbl="node3" presStyleIdx="4" presStyleCnt="17"/>
      <dgm:spPr/>
    </dgm:pt>
    <dgm:pt modelId="{0E6FD718-EC7D-4569-9D83-59A747B0DB36}" type="pres">
      <dgm:prSet presAssocID="{6337AB9D-7079-4FC2-9D60-ECB4985C86AE}" presName="hierChild4" presStyleCnt="0"/>
      <dgm:spPr/>
    </dgm:pt>
    <dgm:pt modelId="{6B1619F6-B0F3-44AE-B7B7-8B59492A79F1}" type="pres">
      <dgm:prSet presAssocID="{6337AB9D-7079-4FC2-9D60-ECB4985C86AE}" presName="hierChild5" presStyleCnt="0"/>
      <dgm:spPr/>
    </dgm:pt>
    <dgm:pt modelId="{6D7BE594-2B25-47F0-89CF-A8C77B4F65A0}" type="pres">
      <dgm:prSet presAssocID="{3D3A9EF3-F567-4655-A33A-58350D7BFFE3}" presName="Name37" presStyleLbl="parChTrans1D3" presStyleIdx="5" presStyleCnt="17"/>
      <dgm:spPr/>
    </dgm:pt>
    <dgm:pt modelId="{921CB940-D11F-4ED2-8807-32A004B16AA9}" type="pres">
      <dgm:prSet presAssocID="{4FB3EF12-52A1-4C6D-BAC7-64EA68C7D749}" presName="hierRoot2" presStyleCnt="0">
        <dgm:presLayoutVars>
          <dgm:hierBranch val="init"/>
        </dgm:presLayoutVars>
      </dgm:prSet>
      <dgm:spPr/>
    </dgm:pt>
    <dgm:pt modelId="{4B954BDA-26A4-4791-8F7F-CCDBA82A14F7}" type="pres">
      <dgm:prSet presAssocID="{4FB3EF12-52A1-4C6D-BAC7-64EA68C7D749}" presName="rootComposite" presStyleCnt="0"/>
      <dgm:spPr/>
    </dgm:pt>
    <dgm:pt modelId="{5783F02F-81F4-4B3D-BD7C-0C8D079FA5D8}" type="pres">
      <dgm:prSet presAssocID="{4FB3EF12-52A1-4C6D-BAC7-64EA68C7D749}" presName="rootText" presStyleLbl="node3" presStyleIdx="5" presStyleCnt="17">
        <dgm:presLayoutVars>
          <dgm:chPref val="3"/>
        </dgm:presLayoutVars>
      </dgm:prSet>
      <dgm:spPr/>
    </dgm:pt>
    <dgm:pt modelId="{BB3F289D-8151-4AA4-8529-1A4F5ECFDD24}" type="pres">
      <dgm:prSet presAssocID="{4FB3EF12-52A1-4C6D-BAC7-64EA68C7D749}" presName="rootConnector" presStyleLbl="node3" presStyleIdx="5" presStyleCnt="17"/>
      <dgm:spPr/>
    </dgm:pt>
    <dgm:pt modelId="{1678EE86-B52B-4E4E-B3EE-22CF0271DB38}" type="pres">
      <dgm:prSet presAssocID="{4FB3EF12-52A1-4C6D-BAC7-64EA68C7D749}" presName="hierChild4" presStyleCnt="0"/>
      <dgm:spPr/>
    </dgm:pt>
    <dgm:pt modelId="{2838FB45-3D98-4B45-BBEE-A40ECD5C1170}" type="pres">
      <dgm:prSet presAssocID="{4FB3EF12-52A1-4C6D-BAC7-64EA68C7D749}" presName="hierChild5" presStyleCnt="0"/>
      <dgm:spPr/>
    </dgm:pt>
    <dgm:pt modelId="{2B3130E7-EF84-42B4-881B-AC8568D46598}" type="pres">
      <dgm:prSet presAssocID="{88815D4F-8165-4F3E-97E9-C7149C5E3948}" presName="Name37" presStyleLbl="parChTrans1D3" presStyleIdx="6" presStyleCnt="17"/>
      <dgm:spPr/>
    </dgm:pt>
    <dgm:pt modelId="{C221BEE9-6033-4D13-A33B-60E688021996}" type="pres">
      <dgm:prSet presAssocID="{DD6177DA-6BA4-40F8-8A8B-B8B4157EEA5D}" presName="hierRoot2" presStyleCnt="0">
        <dgm:presLayoutVars>
          <dgm:hierBranch val="init"/>
        </dgm:presLayoutVars>
      </dgm:prSet>
      <dgm:spPr/>
    </dgm:pt>
    <dgm:pt modelId="{691283C7-D506-4D0D-B8CB-6E99A03A99C5}" type="pres">
      <dgm:prSet presAssocID="{DD6177DA-6BA4-40F8-8A8B-B8B4157EEA5D}" presName="rootComposite" presStyleCnt="0"/>
      <dgm:spPr/>
    </dgm:pt>
    <dgm:pt modelId="{087E224B-A398-427C-8611-2036EBC80A79}" type="pres">
      <dgm:prSet presAssocID="{DD6177DA-6BA4-40F8-8A8B-B8B4157EEA5D}" presName="rootText" presStyleLbl="node3" presStyleIdx="6" presStyleCnt="17">
        <dgm:presLayoutVars>
          <dgm:chPref val="3"/>
        </dgm:presLayoutVars>
      </dgm:prSet>
      <dgm:spPr/>
    </dgm:pt>
    <dgm:pt modelId="{9586C050-8DD7-40CE-80B1-90C7E14D345F}" type="pres">
      <dgm:prSet presAssocID="{DD6177DA-6BA4-40F8-8A8B-B8B4157EEA5D}" presName="rootConnector" presStyleLbl="node3" presStyleIdx="6" presStyleCnt="17"/>
      <dgm:spPr/>
    </dgm:pt>
    <dgm:pt modelId="{6894BD5D-625E-4C1E-B1AA-DBC13E90E2D8}" type="pres">
      <dgm:prSet presAssocID="{DD6177DA-6BA4-40F8-8A8B-B8B4157EEA5D}" presName="hierChild4" presStyleCnt="0"/>
      <dgm:spPr/>
    </dgm:pt>
    <dgm:pt modelId="{1735BD12-9CC4-4152-9BD4-E84FCBA05153}" type="pres">
      <dgm:prSet presAssocID="{DD6177DA-6BA4-40F8-8A8B-B8B4157EEA5D}" presName="hierChild5" presStyleCnt="0"/>
      <dgm:spPr/>
    </dgm:pt>
    <dgm:pt modelId="{91A56C16-3F79-49CB-8873-F7CD114E6A2E}" type="pres">
      <dgm:prSet presAssocID="{35D61C60-5BFB-4B40-AF31-84ECAB177C00}" presName="hierChild5" presStyleCnt="0"/>
      <dgm:spPr/>
    </dgm:pt>
    <dgm:pt modelId="{54BC341C-F60E-4AFA-BB07-E5833FD1869F}" type="pres">
      <dgm:prSet presAssocID="{96F6CCCC-39D7-43E6-ACD9-56B919DB04EE}" presName="Name37" presStyleLbl="parChTrans1D2" presStyleIdx="2" presStyleCnt="6"/>
      <dgm:spPr/>
    </dgm:pt>
    <dgm:pt modelId="{5A41D30E-6AAF-4BF5-BB23-7A30BD2272F8}" type="pres">
      <dgm:prSet presAssocID="{348908E4-A69C-4151-8438-F183FA0D5DB4}" presName="hierRoot2" presStyleCnt="0">
        <dgm:presLayoutVars>
          <dgm:hierBranch val="init"/>
        </dgm:presLayoutVars>
      </dgm:prSet>
      <dgm:spPr/>
    </dgm:pt>
    <dgm:pt modelId="{A9CA3A8D-CD6F-4084-91B4-155C1CD5F8EB}" type="pres">
      <dgm:prSet presAssocID="{348908E4-A69C-4151-8438-F183FA0D5DB4}" presName="rootComposite" presStyleCnt="0"/>
      <dgm:spPr/>
    </dgm:pt>
    <dgm:pt modelId="{5D17305F-28E2-43C5-8E46-3198CD2466EB}" type="pres">
      <dgm:prSet presAssocID="{348908E4-A69C-4151-8438-F183FA0D5DB4}" presName="rootText" presStyleLbl="node2" presStyleIdx="2" presStyleCnt="6">
        <dgm:presLayoutVars>
          <dgm:chPref val="3"/>
        </dgm:presLayoutVars>
      </dgm:prSet>
      <dgm:spPr/>
    </dgm:pt>
    <dgm:pt modelId="{6A85B2BD-99D4-40BA-BBFF-592579CF9BD8}" type="pres">
      <dgm:prSet presAssocID="{348908E4-A69C-4151-8438-F183FA0D5DB4}" presName="rootConnector" presStyleLbl="node2" presStyleIdx="2" presStyleCnt="6"/>
      <dgm:spPr/>
    </dgm:pt>
    <dgm:pt modelId="{D5B11823-80D4-4E7C-B577-3F3285437D17}" type="pres">
      <dgm:prSet presAssocID="{348908E4-A69C-4151-8438-F183FA0D5DB4}" presName="hierChild4" presStyleCnt="0"/>
      <dgm:spPr/>
    </dgm:pt>
    <dgm:pt modelId="{F59B40FF-8F38-4906-A6EC-45A1F3089281}" type="pres">
      <dgm:prSet presAssocID="{B351E088-6CF5-4DEF-8FBE-2195259F49FD}" presName="Name37" presStyleLbl="parChTrans1D3" presStyleIdx="7" presStyleCnt="17"/>
      <dgm:spPr/>
    </dgm:pt>
    <dgm:pt modelId="{21B7ACBF-2859-4B8C-B534-A08DEA9DDE54}" type="pres">
      <dgm:prSet presAssocID="{180BE1D9-BA63-4B13-9440-2D93A586D6A2}" presName="hierRoot2" presStyleCnt="0">
        <dgm:presLayoutVars>
          <dgm:hierBranch val="init"/>
        </dgm:presLayoutVars>
      </dgm:prSet>
      <dgm:spPr/>
    </dgm:pt>
    <dgm:pt modelId="{01B2450E-B38B-45C9-8040-AB7C66264255}" type="pres">
      <dgm:prSet presAssocID="{180BE1D9-BA63-4B13-9440-2D93A586D6A2}" presName="rootComposite" presStyleCnt="0"/>
      <dgm:spPr/>
    </dgm:pt>
    <dgm:pt modelId="{8D2494EF-4A05-481F-829D-282BFED845EB}" type="pres">
      <dgm:prSet presAssocID="{180BE1D9-BA63-4B13-9440-2D93A586D6A2}" presName="rootText" presStyleLbl="node3" presStyleIdx="7" presStyleCnt="17">
        <dgm:presLayoutVars>
          <dgm:chPref val="3"/>
        </dgm:presLayoutVars>
      </dgm:prSet>
      <dgm:spPr/>
    </dgm:pt>
    <dgm:pt modelId="{E55B9015-6220-4A74-8838-F6D6470E76D3}" type="pres">
      <dgm:prSet presAssocID="{180BE1D9-BA63-4B13-9440-2D93A586D6A2}" presName="rootConnector" presStyleLbl="node3" presStyleIdx="7" presStyleCnt="17"/>
      <dgm:spPr/>
    </dgm:pt>
    <dgm:pt modelId="{7F50B6F3-4C30-40BF-877D-DD78AD14030E}" type="pres">
      <dgm:prSet presAssocID="{180BE1D9-BA63-4B13-9440-2D93A586D6A2}" presName="hierChild4" presStyleCnt="0"/>
      <dgm:spPr/>
    </dgm:pt>
    <dgm:pt modelId="{1E5EE75D-D756-480B-AF03-0F2F124D0ECB}" type="pres">
      <dgm:prSet presAssocID="{180BE1D9-BA63-4B13-9440-2D93A586D6A2}" presName="hierChild5" presStyleCnt="0"/>
      <dgm:spPr/>
    </dgm:pt>
    <dgm:pt modelId="{8DEE5AF9-03E9-441E-8CEF-4B2C72093086}" type="pres">
      <dgm:prSet presAssocID="{D79DB0D7-989F-4B76-8704-00064E53EB34}" presName="Name37" presStyleLbl="parChTrans1D3" presStyleIdx="8" presStyleCnt="17"/>
      <dgm:spPr/>
    </dgm:pt>
    <dgm:pt modelId="{308BCEEC-F3CA-4D70-B1CB-0003DC0E8C09}" type="pres">
      <dgm:prSet presAssocID="{22DECEF8-6054-4020-AEBA-FD6BF3B9623F}" presName="hierRoot2" presStyleCnt="0">
        <dgm:presLayoutVars>
          <dgm:hierBranch val="init"/>
        </dgm:presLayoutVars>
      </dgm:prSet>
      <dgm:spPr/>
    </dgm:pt>
    <dgm:pt modelId="{BE0FA8A2-F857-4A59-A647-E5DAC42B7B7C}" type="pres">
      <dgm:prSet presAssocID="{22DECEF8-6054-4020-AEBA-FD6BF3B9623F}" presName="rootComposite" presStyleCnt="0"/>
      <dgm:spPr/>
    </dgm:pt>
    <dgm:pt modelId="{EE42560F-66FD-483D-B26B-42D77AD2E943}" type="pres">
      <dgm:prSet presAssocID="{22DECEF8-6054-4020-AEBA-FD6BF3B9623F}" presName="rootText" presStyleLbl="node3" presStyleIdx="8" presStyleCnt="17">
        <dgm:presLayoutVars>
          <dgm:chPref val="3"/>
        </dgm:presLayoutVars>
      </dgm:prSet>
      <dgm:spPr/>
    </dgm:pt>
    <dgm:pt modelId="{DE65092C-F43C-44AD-9B57-87A113BC9144}" type="pres">
      <dgm:prSet presAssocID="{22DECEF8-6054-4020-AEBA-FD6BF3B9623F}" presName="rootConnector" presStyleLbl="node3" presStyleIdx="8" presStyleCnt="17"/>
      <dgm:spPr/>
    </dgm:pt>
    <dgm:pt modelId="{73AEF038-4F10-4E74-88C6-38598AF50BF3}" type="pres">
      <dgm:prSet presAssocID="{22DECEF8-6054-4020-AEBA-FD6BF3B9623F}" presName="hierChild4" presStyleCnt="0"/>
      <dgm:spPr/>
    </dgm:pt>
    <dgm:pt modelId="{C503B1BF-355E-4373-BFEE-9A16BF880A09}" type="pres">
      <dgm:prSet presAssocID="{22DECEF8-6054-4020-AEBA-FD6BF3B9623F}" presName="hierChild5" presStyleCnt="0"/>
      <dgm:spPr/>
    </dgm:pt>
    <dgm:pt modelId="{CE594070-62B7-4C9D-969B-C793FDE86962}" type="pres">
      <dgm:prSet presAssocID="{BCFF4E37-5CEB-4DD4-AC8C-3D6EA7A9E31C}" presName="Name37" presStyleLbl="parChTrans1D3" presStyleIdx="9" presStyleCnt="17"/>
      <dgm:spPr/>
    </dgm:pt>
    <dgm:pt modelId="{98646A99-F056-4575-8A8A-55EB2EF50C99}" type="pres">
      <dgm:prSet presAssocID="{2CA3C11E-C3BE-41D4-B742-414577F1B191}" presName="hierRoot2" presStyleCnt="0">
        <dgm:presLayoutVars>
          <dgm:hierBranch val="init"/>
        </dgm:presLayoutVars>
      </dgm:prSet>
      <dgm:spPr/>
    </dgm:pt>
    <dgm:pt modelId="{7F57A775-8D27-4369-8470-354CA78DBAA9}" type="pres">
      <dgm:prSet presAssocID="{2CA3C11E-C3BE-41D4-B742-414577F1B191}" presName="rootComposite" presStyleCnt="0"/>
      <dgm:spPr/>
    </dgm:pt>
    <dgm:pt modelId="{FCC32402-96CA-4E39-B021-7E83D0EC38BD}" type="pres">
      <dgm:prSet presAssocID="{2CA3C11E-C3BE-41D4-B742-414577F1B191}" presName="rootText" presStyleLbl="node3" presStyleIdx="9" presStyleCnt="17">
        <dgm:presLayoutVars>
          <dgm:chPref val="3"/>
        </dgm:presLayoutVars>
      </dgm:prSet>
      <dgm:spPr/>
    </dgm:pt>
    <dgm:pt modelId="{18B24CFB-1F9E-4517-90F3-617BC8C4D933}" type="pres">
      <dgm:prSet presAssocID="{2CA3C11E-C3BE-41D4-B742-414577F1B191}" presName="rootConnector" presStyleLbl="node3" presStyleIdx="9" presStyleCnt="17"/>
      <dgm:spPr/>
    </dgm:pt>
    <dgm:pt modelId="{C51611B1-8A41-4781-BF7E-9E860FB14316}" type="pres">
      <dgm:prSet presAssocID="{2CA3C11E-C3BE-41D4-B742-414577F1B191}" presName="hierChild4" presStyleCnt="0"/>
      <dgm:spPr/>
    </dgm:pt>
    <dgm:pt modelId="{3675A58F-7283-4890-AFA2-571438189A48}" type="pres">
      <dgm:prSet presAssocID="{2CA3C11E-C3BE-41D4-B742-414577F1B191}" presName="hierChild5" presStyleCnt="0"/>
      <dgm:spPr/>
    </dgm:pt>
    <dgm:pt modelId="{00F86C3F-9DD5-4473-A401-345BA6583E38}" type="pres">
      <dgm:prSet presAssocID="{348908E4-A69C-4151-8438-F183FA0D5DB4}" presName="hierChild5" presStyleCnt="0"/>
      <dgm:spPr/>
    </dgm:pt>
    <dgm:pt modelId="{A0078831-84BA-4879-904E-E99EC20E95F2}" type="pres">
      <dgm:prSet presAssocID="{176FD94C-9D61-4545-83C3-FD20DBCDD0DE}" presName="Name37" presStyleLbl="parChTrans1D2" presStyleIdx="3" presStyleCnt="6"/>
      <dgm:spPr/>
    </dgm:pt>
    <dgm:pt modelId="{5B779865-45DC-41F7-8E5B-404BC7CE4E5E}" type="pres">
      <dgm:prSet presAssocID="{F08558EC-84A7-4297-92CF-C9F26E3257EF}" presName="hierRoot2" presStyleCnt="0">
        <dgm:presLayoutVars>
          <dgm:hierBranch val="init"/>
        </dgm:presLayoutVars>
      </dgm:prSet>
      <dgm:spPr/>
    </dgm:pt>
    <dgm:pt modelId="{A9D6540B-FB20-4A5E-A065-F7E14F1F3651}" type="pres">
      <dgm:prSet presAssocID="{F08558EC-84A7-4297-92CF-C9F26E3257EF}" presName="rootComposite" presStyleCnt="0"/>
      <dgm:spPr/>
    </dgm:pt>
    <dgm:pt modelId="{C0D71A55-7869-4435-ACD9-DB726F2FEE85}" type="pres">
      <dgm:prSet presAssocID="{F08558EC-84A7-4297-92CF-C9F26E3257EF}" presName="rootText" presStyleLbl="node2" presStyleIdx="3" presStyleCnt="6">
        <dgm:presLayoutVars>
          <dgm:chPref val="3"/>
        </dgm:presLayoutVars>
      </dgm:prSet>
      <dgm:spPr/>
    </dgm:pt>
    <dgm:pt modelId="{C395F177-B594-43A4-AB20-B5607C53EFEA}" type="pres">
      <dgm:prSet presAssocID="{F08558EC-84A7-4297-92CF-C9F26E3257EF}" presName="rootConnector" presStyleLbl="node2" presStyleIdx="3" presStyleCnt="6"/>
      <dgm:spPr/>
    </dgm:pt>
    <dgm:pt modelId="{5310E172-C652-4C7F-AC36-EF46C6BBE538}" type="pres">
      <dgm:prSet presAssocID="{F08558EC-84A7-4297-92CF-C9F26E3257EF}" presName="hierChild4" presStyleCnt="0"/>
      <dgm:spPr/>
    </dgm:pt>
    <dgm:pt modelId="{EAE011C1-EE66-46AE-8F39-6BAAC27564D3}" type="pres">
      <dgm:prSet presAssocID="{AD6472BB-EB58-49E5-B5DB-98D756C2C9E9}" presName="Name37" presStyleLbl="parChTrans1D3" presStyleIdx="10" presStyleCnt="17"/>
      <dgm:spPr/>
    </dgm:pt>
    <dgm:pt modelId="{9F865B67-8182-4356-B11A-015202B80A09}" type="pres">
      <dgm:prSet presAssocID="{CDFA7127-57B4-469D-85C9-4D0FEBD38A72}" presName="hierRoot2" presStyleCnt="0">
        <dgm:presLayoutVars>
          <dgm:hierBranch val="init"/>
        </dgm:presLayoutVars>
      </dgm:prSet>
      <dgm:spPr/>
    </dgm:pt>
    <dgm:pt modelId="{F6CBDBAD-7532-4D5F-B0C3-3380C47BCA53}" type="pres">
      <dgm:prSet presAssocID="{CDFA7127-57B4-469D-85C9-4D0FEBD38A72}" presName="rootComposite" presStyleCnt="0"/>
      <dgm:spPr/>
    </dgm:pt>
    <dgm:pt modelId="{EBBC9B04-BA39-4EAB-953E-EC45C9928566}" type="pres">
      <dgm:prSet presAssocID="{CDFA7127-57B4-469D-85C9-4D0FEBD38A72}" presName="rootText" presStyleLbl="node3" presStyleIdx="10" presStyleCnt="17">
        <dgm:presLayoutVars>
          <dgm:chPref val="3"/>
        </dgm:presLayoutVars>
      </dgm:prSet>
      <dgm:spPr/>
    </dgm:pt>
    <dgm:pt modelId="{D900E9F8-D294-4CA3-9925-D2955F522A70}" type="pres">
      <dgm:prSet presAssocID="{CDFA7127-57B4-469D-85C9-4D0FEBD38A72}" presName="rootConnector" presStyleLbl="node3" presStyleIdx="10" presStyleCnt="17"/>
      <dgm:spPr/>
    </dgm:pt>
    <dgm:pt modelId="{64F982CE-BB84-4A70-9AF7-B9CFA700C622}" type="pres">
      <dgm:prSet presAssocID="{CDFA7127-57B4-469D-85C9-4D0FEBD38A72}" presName="hierChild4" presStyleCnt="0"/>
      <dgm:spPr/>
    </dgm:pt>
    <dgm:pt modelId="{CA2903D9-520C-4528-A7DD-AB92A7C0E2DD}" type="pres">
      <dgm:prSet presAssocID="{CDFA7127-57B4-469D-85C9-4D0FEBD38A72}" presName="hierChild5" presStyleCnt="0"/>
      <dgm:spPr/>
    </dgm:pt>
    <dgm:pt modelId="{13490E59-E554-4E9A-BABF-61A2BA9405B9}" type="pres">
      <dgm:prSet presAssocID="{9E36EE95-A6A8-48B9-819B-6EC7547C19BC}" presName="Name37" presStyleLbl="parChTrans1D3" presStyleIdx="11" presStyleCnt="17"/>
      <dgm:spPr/>
    </dgm:pt>
    <dgm:pt modelId="{878045B9-184B-42B4-8247-F97E7B694593}" type="pres">
      <dgm:prSet presAssocID="{9FCBC1AF-141E-4359-9957-C5EA20C273A4}" presName="hierRoot2" presStyleCnt="0">
        <dgm:presLayoutVars>
          <dgm:hierBranch val="init"/>
        </dgm:presLayoutVars>
      </dgm:prSet>
      <dgm:spPr/>
    </dgm:pt>
    <dgm:pt modelId="{99422ACB-CF7D-4A48-B3F6-771B0B76A360}" type="pres">
      <dgm:prSet presAssocID="{9FCBC1AF-141E-4359-9957-C5EA20C273A4}" presName="rootComposite" presStyleCnt="0"/>
      <dgm:spPr/>
    </dgm:pt>
    <dgm:pt modelId="{120DD5B0-6644-4ECE-AF4D-8281755C08F1}" type="pres">
      <dgm:prSet presAssocID="{9FCBC1AF-141E-4359-9957-C5EA20C273A4}" presName="rootText" presStyleLbl="node3" presStyleIdx="11" presStyleCnt="17">
        <dgm:presLayoutVars>
          <dgm:chPref val="3"/>
        </dgm:presLayoutVars>
      </dgm:prSet>
      <dgm:spPr/>
    </dgm:pt>
    <dgm:pt modelId="{4B9CACE4-F50B-493D-BE5F-9F664BE05BCB}" type="pres">
      <dgm:prSet presAssocID="{9FCBC1AF-141E-4359-9957-C5EA20C273A4}" presName="rootConnector" presStyleLbl="node3" presStyleIdx="11" presStyleCnt="17"/>
      <dgm:spPr/>
    </dgm:pt>
    <dgm:pt modelId="{B13FE992-AD14-4EFD-B297-0FB24874389C}" type="pres">
      <dgm:prSet presAssocID="{9FCBC1AF-141E-4359-9957-C5EA20C273A4}" presName="hierChild4" presStyleCnt="0"/>
      <dgm:spPr/>
    </dgm:pt>
    <dgm:pt modelId="{C699B449-8B8E-4FB0-973C-71C295751C75}" type="pres">
      <dgm:prSet presAssocID="{9FCBC1AF-141E-4359-9957-C5EA20C273A4}" presName="hierChild5" presStyleCnt="0"/>
      <dgm:spPr/>
    </dgm:pt>
    <dgm:pt modelId="{219F4AFA-927D-4032-BF8A-D8FA5F1F37D9}" type="pres">
      <dgm:prSet presAssocID="{A3C452DC-E648-43B0-95CD-31844983F5C8}" presName="Name37" presStyleLbl="parChTrans1D3" presStyleIdx="12" presStyleCnt="17"/>
      <dgm:spPr/>
    </dgm:pt>
    <dgm:pt modelId="{F9725778-B1D3-4FB5-A27D-F88A6313EB59}" type="pres">
      <dgm:prSet presAssocID="{8BF35384-73A3-476B-BA75-7879D17A01E6}" presName="hierRoot2" presStyleCnt="0">
        <dgm:presLayoutVars>
          <dgm:hierBranch val="init"/>
        </dgm:presLayoutVars>
      </dgm:prSet>
      <dgm:spPr/>
    </dgm:pt>
    <dgm:pt modelId="{7905B4E9-F22D-4AE0-AF77-E19196FE151B}" type="pres">
      <dgm:prSet presAssocID="{8BF35384-73A3-476B-BA75-7879D17A01E6}" presName="rootComposite" presStyleCnt="0"/>
      <dgm:spPr/>
    </dgm:pt>
    <dgm:pt modelId="{A52C74BC-8080-44A7-ADFB-8A1881AF1BD8}" type="pres">
      <dgm:prSet presAssocID="{8BF35384-73A3-476B-BA75-7879D17A01E6}" presName="rootText" presStyleLbl="node3" presStyleIdx="12" presStyleCnt="17">
        <dgm:presLayoutVars>
          <dgm:chPref val="3"/>
        </dgm:presLayoutVars>
      </dgm:prSet>
      <dgm:spPr/>
    </dgm:pt>
    <dgm:pt modelId="{97631838-117E-479C-A68E-D2E6EFA8F267}" type="pres">
      <dgm:prSet presAssocID="{8BF35384-73A3-476B-BA75-7879D17A01E6}" presName="rootConnector" presStyleLbl="node3" presStyleIdx="12" presStyleCnt="17"/>
      <dgm:spPr/>
    </dgm:pt>
    <dgm:pt modelId="{5C81082C-ACCF-4C39-A33A-A5110D155A50}" type="pres">
      <dgm:prSet presAssocID="{8BF35384-73A3-476B-BA75-7879D17A01E6}" presName="hierChild4" presStyleCnt="0"/>
      <dgm:spPr/>
    </dgm:pt>
    <dgm:pt modelId="{810D104C-3818-4AB7-9F06-02332629F0B7}" type="pres">
      <dgm:prSet presAssocID="{8BF35384-73A3-476B-BA75-7879D17A01E6}" presName="hierChild5" presStyleCnt="0"/>
      <dgm:spPr/>
    </dgm:pt>
    <dgm:pt modelId="{726306A6-9D5B-4616-9210-9E21F01B485F}" type="pres">
      <dgm:prSet presAssocID="{F08558EC-84A7-4297-92CF-C9F26E3257EF}" presName="hierChild5" presStyleCnt="0"/>
      <dgm:spPr/>
    </dgm:pt>
    <dgm:pt modelId="{3B002C06-9E12-453C-95F2-29A8F1A73AC9}" type="pres">
      <dgm:prSet presAssocID="{B185DD5E-F5C5-4BED-AF90-1769086A7A4C}" presName="Name37" presStyleLbl="parChTrans1D2" presStyleIdx="4" presStyleCnt="6"/>
      <dgm:spPr/>
    </dgm:pt>
    <dgm:pt modelId="{31D86D87-6B2B-4613-BAEB-143B01124F74}" type="pres">
      <dgm:prSet presAssocID="{22B64815-8BA3-47F1-BFAB-35386F9D9037}" presName="hierRoot2" presStyleCnt="0">
        <dgm:presLayoutVars>
          <dgm:hierBranch val="init"/>
        </dgm:presLayoutVars>
      </dgm:prSet>
      <dgm:spPr/>
    </dgm:pt>
    <dgm:pt modelId="{255EE425-6F31-446C-8D5F-92B73E0FE58D}" type="pres">
      <dgm:prSet presAssocID="{22B64815-8BA3-47F1-BFAB-35386F9D9037}" presName="rootComposite" presStyleCnt="0"/>
      <dgm:spPr/>
    </dgm:pt>
    <dgm:pt modelId="{198B5C92-2FA6-40CA-AAC9-1FCE5FE94D01}" type="pres">
      <dgm:prSet presAssocID="{22B64815-8BA3-47F1-BFAB-35386F9D9037}" presName="rootText" presStyleLbl="node2" presStyleIdx="4" presStyleCnt="6">
        <dgm:presLayoutVars>
          <dgm:chPref val="3"/>
        </dgm:presLayoutVars>
      </dgm:prSet>
      <dgm:spPr/>
    </dgm:pt>
    <dgm:pt modelId="{C021AC09-38E7-400E-9BCB-664B1C1E11F7}" type="pres">
      <dgm:prSet presAssocID="{22B64815-8BA3-47F1-BFAB-35386F9D9037}" presName="rootConnector" presStyleLbl="node2" presStyleIdx="4" presStyleCnt="6"/>
      <dgm:spPr/>
    </dgm:pt>
    <dgm:pt modelId="{5DBC9F7F-00A1-422E-BEC4-5E08DBA04D14}" type="pres">
      <dgm:prSet presAssocID="{22B64815-8BA3-47F1-BFAB-35386F9D9037}" presName="hierChild4" presStyleCnt="0"/>
      <dgm:spPr/>
    </dgm:pt>
    <dgm:pt modelId="{125A6555-9981-49BA-BA05-81EFE05A59A1}" type="pres">
      <dgm:prSet presAssocID="{B7FA4878-918C-4728-9B89-88D3D038FFA1}" presName="Name37" presStyleLbl="parChTrans1D3" presStyleIdx="13" presStyleCnt="17"/>
      <dgm:spPr/>
    </dgm:pt>
    <dgm:pt modelId="{1B7501E4-ADE2-4311-AF20-C818A751A533}" type="pres">
      <dgm:prSet presAssocID="{838515CA-E04A-4CEB-BBFA-290097A6A9C5}" presName="hierRoot2" presStyleCnt="0">
        <dgm:presLayoutVars>
          <dgm:hierBranch val="init"/>
        </dgm:presLayoutVars>
      </dgm:prSet>
      <dgm:spPr/>
    </dgm:pt>
    <dgm:pt modelId="{839A00E1-F291-4AFF-A839-6F26E5BFBEE5}" type="pres">
      <dgm:prSet presAssocID="{838515CA-E04A-4CEB-BBFA-290097A6A9C5}" presName="rootComposite" presStyleCnt="0"/>
      <dgm:spPr/>
    </dgm:pt>
    <dgm:pt modelId="{09C6A649-DD88-4465-97AE-792C4BECC6E0}" type="pres">
      <dgm:prSet presAssocID="{838515CA-E04A-4CEB-BBFA-290097A6A9C5}" presName="rootText" presStyleLbl="node3" presStyleIdx="13" presStyleCnt="17">
        <dgm:presLayoutVars>
          <dgm:chPref val="3"/>
        </dgm:presLayoutVars>
      </dgm:prSet>
      <dgm:spPr/>
    </dgm:pt>
    <dgm:pt modelId="{27E5F92F-5FCF-43A4-A877-4C9401DE60F9}" type="pres">
      <dgm:prSet presAssocID="{838515CA-E04A-4CEB-BBFA-290097A6A9C5}" presName="rootConnector" presStyleLbl="node3" presStyleIdx="13" presStyleCnt="17"/>
      <dgm:spPr/>
    </dgm:pt>
    <dgm:pt modelId="{14A47608-E638-4C53-961A-145A7E580C5E}" type="pres">
      <dgm:prSet presAssocID="{838515CA-E04A-4CEB-BBFA-290097A6A9C5}" presName="hierChild4" presStyleCnt="0"/>
      <dgm:spPr/>
    </dgm:pt>
    <dgm:pt modelId="{1653FFEE-1277-4597-B281-4F3328350C1F}" type="pres">
      <dgm:prSet presAssocID="{838515CA-E04A-4CEB-BBFA-290097A6A9C5}" presName="hierChild5" presStyleCnt="0"/>
      <dgm:spPr/>
    </dgm:pt>
    <dgm:pt modelId="{77D7832B-9694-43FD-ADBA-B4915119635E}" type="pres">
      <dgm:prSet presAssocID="{A971061F-3DE3-4990-890B-CF855C68B3DD}" presName="Name37" presStyleLbl="parChTrans1D3" presStyleIdx="14" presStyleCnt="17"/>
      <dgm:spPr/>
    </dgm:pt>
    <dgm:pt modelId="{68067848-4BDA-4A15-9103-519C66248EB1}" type="pres">
      <dgm:prSet presAssocID="{8A26966B-715A-4D15-8F16-2F746DCC34A4}" presName="hierRoot2" presStyleCnt="0">
        <dgm:presLayoutVars>
          <dgm:hierBranch val="init"/>
        </dgm:presLayoutVars>
      </dgm:prSet>
      <dgm:spPr/>
    </dgm:pt>
    <dgm:pt modelId="{B8553D71-9184-40F1-A0B8-AC824A5CA036}" type="pres">
      <dgm:prSet presAssocID="{8A26966B-715A-4D15-8F16-2F746DCC34A4}" presName="rootComposite" presStyleCnt="0"/>
      <dgm:spPr/>
    </dgm:pt>
    <dgm:pt modelId="{FCAF0A72-F612-4B8A-A0E3-C30D88698F0D}" type="pres">
      <dgm:prSet presAssocID="{8A26966B-715A-4D15-8F16-2F746DCC34A4}" presName="rootText" presStyleLbl="node3" presStyleIdx="14" presStyleCnt="17">
        <dgm:presLayoutVars>
          <dgm:chPref val="3"/>
        </dgm:presLayoutVars>
      </dgm:prSet>
      <dgm:spPr/>
    </dgm:pt>
    <dgm:pt modelId="{DB4DB35F-8948-4113-935E-8A7C008CC505}" type="pres">
      <dgm:prSet presAssocID="{8A26966B-715A-4D15-8F16-2F746DCC34A4}" presName="rootConnector" presStyleLbl="node3" presStyleIdx="14" presStyleCnt="17"/>
      <dgm:spPr/>
    </dgm:pt>
    <dgm:pt modelId="{0B664D31-6154-4522-9EB3-EB837276522B}" type="pres">
      <dgm:prSet presAssocID="{8A26966B-715A-4D15-8F16-2F746DCC34A4}" presName="hierChild4" presStyleCnt="0"/>
      <dgm:spPr/>
    </dgm:pt>
    <dgm:pt modelId="{04D99497-211D-4D53-BD45-C85297196AFB}" type="pres">
      <dgm:prSet presAssocID="{8A26966B-715A-4D15-8F16-2F746DCC34A4}" presName="hierChild5" presStyleCnt="0"/>
      <dgm:spPr/>
    </dgm:pt>
    <dgm:pt modelId="{7AE77B52-B0C8-4558-B454-E853FE2DBF92}" type="pres">
      <dgm:prSet presAssocID="{22B64815-8BA3-47F1-BFAB-35386F9D9037}" presName="hierChild5" presStyleCnt="0"/>
      <dgm:spPr/>
    </dgm:pt>
    <dgm:pt modelId="{90047AEB-6F0C-47BD-9EA9-B80A094ED387}" type="pres">
      <dgm:prSet presAssocID="{CA220E33-2D5A-417C-897B-6C352FE7B420}" presName="Name37" presStyleLbl="parChTrans1D2" presStyleIdx="5" presStyleCnt="6"/>
      <dgm:spPr/>
    </dgm:pt>
    <dgm:pt modelId="{937DB4B5-3105-4F81-9E3C-CAA847FC705B}" type="pres">
      <dgm:prSet presAssocID="{72FBD43B-4BEA-4E22-8ADF-5D1C3C3CCDF3}" presName="hierRoot2" presStyleCnt="0">
        <dgm:presLayoutVars>
          <dgm:hierBranch val="init"/>
        </dgm:presLayoutVars>
      </dgm:prSet>
      <dgm:spPr/>
    </dgm:pt>
    <dgm:pt modelId="{37262272-CB9E-47E6-8518-7BE12CD09A50}" type="pres">
      <dgm:prSet presAssocID="{72FBD43B-4BEA-4E22-8ADF-5D1C3C3CCDF3}" presName="rootComposite" presStyleCnt="0"/>
      <dgm:spPr/>
    </dgm:pt>
    <dgm:pt modelId="{E712EB8F-800D-4587-8426-49D3427BA8E8}" type="pres">
      <dgm:prSet presAssocID="{72FBD43B-4BEA-4E22-8ADF-5D1C3C3CCDF3}" presName="rootText" presStyleLbl="node2" presStyleIdx="5" presStyleCnt="6">
        <dgm:presLayoutVars>
          <dgm:chPref val="3"/>
        </dgm:presLayoutVars>
      </dgm:prSet>
      <dgm:spPr/>
    </dgm:pt>
    <dgm:pt modelId="{BDAAE6CC-DF68-409E-841D-23F13D1401D0}" type="pres">
      <dgm:prSet presAssocID="{72FBD43B-4BEA-4E22-8ADF-5D1C3C3CCDF3}" presName="rootConnector" presStyleLbl="node2" presStyleIdx="5" presStyleCnt="6"/>
      <dgm:spPr/>
    </dgm:pt>
    <dgm:pt modelId="{690C4364-633B-476E-A21D-9A79B19747B5}" type="pres">
      <dgm:prSet presAssocID="{72FBD43B-4BEA-4E22-8ADF-5D1C3C3CCDF3}" presName="hierChild4" presStyleCnt="0"/>
      <dgm:spPr/>
    </dgm:pt>
    <dgm:pt modelId="{68833E97-95D8-4EB5-82CF-B1198B61EB90}" type="pres">
      <dgm:prSet presAssocID="{4DC2A15F-8E4B-464E-A766-4716E5E5172E}" presName="Name37" presStyleLbl="parChTrans1D3" presStyleIdx="15" presStyleCnt="17"/>
      <dgm:spPr/>
    </dgm:pt>
    <dgm:pt modelId="{E75607C9-D54C-4AB6-B0EB-6C815DACA3FA}" type="pres">
      <dgm:prSet presAssocID="{BD6C27DC-A6D9-4A79-9E9B-01B0ED1C08E7}" presName="hierRoot2" presStyleCnt="0">
        <dgm:presLayoutVars>
          <dgm:hierBranch val="init"/>
        </dgm:presLayoutVars>
      </dgm:prSet>
      <dgm:spPr/>
    </dgm:pt>
    <dgm:pt modelId="{F14D15E1-6F7C-4C71-BEA8-10E2DB00F507}" type="pres">
      <dgm:prSet presAssocID="{BD6C27DC-A6D9-4A79-9E9B-01B0ED1C08E7}" presName="rootComposite" presStyleCnt="0"/>
      <dgm:spPr/>
    </dgm:pt>
    <dgm:pt modelId="{8B20C759-187D-4DF9-BAE2-7EB0C34725F4}" type="pres">
      <dgm:prSet presAssocID="{BD6C27DC-A6D9-4A79-9E9B-01B0ED1C08E7}" presName="rootText" presStyleLbl="node3" presStyleIdx="15" presStyleCnt="17">
        <dgm:presLayoutVars>
          <dgm:chPref val="3"/>
        </dgm:presLayoutVars>
      </dgm:prSet>
      <dgm:spPr/>
    </dgm:pt>
    <dgm:pt modelId="{AE2360B2-5125-4C62-B868-ADE399DF24F8}" type="pres">
      <dgm:prSet presAssocID="{BD6C27DC-A6D9-4A79-9E9B-01B0ED1C08E7}" presName="rootConnector" presStyleLbl="node3" presStyleIdx="15" presStyleCnt="17"/>
      <dgm:spPr/>
    </dgm:pt>
    <dgm:pt modelId="{D8DF5F22-A6AB-455D-B0DF-FAD6B6E15C9D}" type="pres">
      <dgm:prSet presAssocID="{BD6C27DC-A6D9-4A79-9E9B-01B0ED1C08E7}" presName="hierChild4" presStyleCnt="0"/>
      <dgm:spPr/>
    </dgm:pt>
    <dgm:pt modelId="{8CE0200E-A826-4160-9614-C890FAF84637}" type="pres">
      <dgm:prSet presAssocID="{BD6C27DC-A6D9-4A79-9E9B-01B0ED1C08E7}" presName="hierChild5" presStyleCnt="0"/>
      <dgm:spPr/>
    </dgm:pt>
    <dgm:pt modelId="{78E0352D-5645-4AD8-ABB7-8152CEDC8093}" type="pres">
      <dgm:prSet presAssocID="{76A585D0-8A66-47BF-83AE-B01C56D53ABF}" presName="Name37" presStyleLbl="parChTrans1D3" presStyleIdx="16" presStyleCnt="17"/>
      <dgm:spPr/>
    </dgm:pt>
    <dgm:pt modelId="{FF3FED96-D9DB-447F-AD90-5B89DBBC54A6}" type="pres">
      <dgm:prSet presAssocID="{6DF48598-8197-4B96-B168-05A8652AE58F}" presName="hierRoot2" presStyleCnt="0">
        <dgm:presLayoutVars>
          <dgm:hierBranch val="init"/>
        </dgm:presLayoutVars>
      </dgm:prSet>
      <dgm:spPr/>
    </dgm:pt>
    <dgm:pt modelId="{6B01033D-5913-4E05-991F-0FFB53C3F70D}" type="pres">
      <dgm:prSet presAssocID="{6DF48598-8197-4B96-B168-05A8652AE58F}" presName="rootComposite" presStyleCnt="0"/>
      <dgm:spPr/>
    </dgm:pt>
    <dgm:pt modelId="{47A9D050-D0B7-436D-8FBD-E9A7C758068E}" type="pres">
      <dgm:prSet presAssocID="{6DF48598-8197-4B96-B168-05A8652AE58F}" presName="rootText" presStyleLbl="node3" presStyleIdx="16" presStyleCnt="17">
        <dgm:presLayoutVars>
          <dgm:chPref val="3"/>
        </dgm:presLayoutVars>
      </dgm:prSet>
      <dgm:spPr/>
    </dgm:pt>
    <dgm:pt modelId="{431465CA-2854-43D2-83EB-B3CBA9960B37}" type="pres">
      <dgm:prSet presAssocID="{6DF48598-8197-4B96-B168-05A8652AE58F}" presName="rootConnector" presStyleLbl="node3" presStyleIdx="16" presStyleCnt="17"/>
      <dgm:spPr/>
    </dgm:pt>
    <dgm:pt modelId="{8615B878-0E91-4F7C-B330-6394CFC90615}" type="pres">
      <dgm:prSet presAssocID="{6DF48598-8197-4B96-B168-05A8652AE58F}" presName="hierChild4" presStyleCnt="0"/>
      <dgm:spPr/>
    </dgm:pt>
    <dgm:pt modelId="{F23EBDBB-E71A-45D7-A682-95899598C19F}" type="pres">
      <dgm:prSet presAssocID="{6DF48598-8197-4B96-B168-05A8652AE58F}" presName="hierChild5" presStyleCnt="0"/>
      <dgm:spPr/>
    </dgm:pt>
    <dgm:pt modelId="{F2C552F6-32F9-432A-B70E-499B31CF7604}" type="pres">
      <dgm:prSet presAssocID="{72FBD43B-4BEA-4E22-8ADF-5D1C3C3CCDF3}" presName="hierChild5" presStyleCnt="0"/>
      <dgm:spPr/>
    </dgm:pt>
    <dgm:pt modelId="{C66CAA03-D16D-4202-93FD-D3DDED436945}" type="pres">
      <dgm:prSet presAssocID="{1B70B564-5E8E-40D5-A308-6E71F2C70B93}" presName="hierChild3" presStyleCnt="0"/>
      <dgm:spPr/>
    </dgm:pt>
  </dgm:ptLst>
  <dgm:cxnLst>
    <dgm:cxn modelId="{6687B702-69DB-46F5-8790-6E4462870B6E}" type="presOf" srcId="{176FD94C-9D61-4545-83C3-FD20DBCDD0DE}" destId="{A0078831-84BA-4879-904E-E99EC20E95F2}" srcOrd="0" destOrd="0" presId="urn:microsoft.com/office/officeart/2005/8/layout/orgChart1"/>
    <dgm:cxn modelId="{9301F604-A9EE-4FAD-94EC-87C7689B42EC}" type="presOf" srcId="{72FBD43B-4BEA-4E22-8ADF-5D1C3C3CCDF3}" destId="{E712EB8F-800D-4587-8426-49D3427BA8E8}" srcOrd="0" destOrd="0" presId="urn:microsoft.com/office/officeart/2005/8/layout/orgChart1"/>
    <dgm:cxn modelId="{710C780B-8A61-42EE-9B35-CF7F47490618}" srcId="{22B64815-8BA3-47F1-BFAB-35386F9D9037}" destId="{838515CA-E04A-4CEB-BBFA-290097A6A9C5}" srcOrd="0" destOrd="0" parTransId="{B7FA4878-918C-4728-9B89-88D3D038FFA1}" sibTransId="{A899DC52-EFA4-477E-BA1C-885F2915E54D}"/>
    <dgm:cxn modelId="{7F6A5D0C-1679-41EB-B598-77075B9224BB}" type="presOf" srcId="{35D61C60-5BFB-4B40-AF31-84ECAB177C00}" destId="{A6EAB1B0-83CA-4BFA-95AB-2C89934CD984}" srcOrd="1" destOrd="0" presId="urn:microsoft.com/office/officeart/2005/8/layout/orgChart1"/>
    <dgm:cxn modelId="{ECC44E0E-8E14-4C67-8E4B-36344B6F7633}" type="presOf" srcId="{B7FA4878-918C-4728-9B89-88D3D038FFA1}" destId="{125A6555-9981-49BA-BA05-81EFE05A59A1}" srcOrd="0" destOrd="0" presId="urn:microsoft.com/office/officeart/2005/8/layout/orgChart1"/>
    <dgm:cxn modelId="{990C0D14-866F-4DB8-998F-F69F278C722C}" type="presOf" srcId="{22DECEF8-6054-4020-AEBA-FD6BF3B9623F}" destId="{DE65092C-F43C-44AD-9B57-87A113BC9144}" srcOrd="1" destOrd="0" presId="urn:microsoft.com/office/officeart/2005/8/layout/orgChart1"/>
    <dgm:cxn modelId="{5D557F16-1102-4DB2-B86E-36A16AADDB96}" srcId="{348908E4-A69C-4151-8438-F183FA0D5DB4}" destId="{22DECEF8-6054-4020-AEBA-FD6BF3B9623F}" srcOrd="1" destOrd="0" parTransId="{D79DB0D7-989F-4B76-8704-00064E53EB34}" sibTransId="{DCA8E930-A92E-46B5-962C-9B9B42B42FE5}"/>
    <dgm:cxn modelId="{5621321A-DC30-4DC1-9968-9F483274AA42}" type="presOf" srcId="{8A26966B-715A-4D15-8F16-2F746DCC34A4}" destId="{DB4DB35F-8948-4113-935E-8A7C008CC505}" srcOrd="1" destOrd="0" presId="urn:microsoft.com/office/officeart/2005/8/layout/orgChart1"/>
    <dgm:cxn modelId="{21B0981A-1DB5-4CEB-B4F4-E56E358DDDA1}" type="presOf" srcId="{6337AB9D-7079-4FC2-9D60-ECB4985C86AE}" destId="{272CD86A-E80B-4092-AA66-CA3BA8241333}" srcOrd="1" destOrd="0" presId="urn:microsoft.com/office/officeart/2005/8/layout/orgChart1"/>
    <dgm:cxn modelId="{09A93523-519D-415D-AA44-AD1DA085413F}" type="presOf" srcId="{B185DD5E-F5C5-4BED-AF90-1769086A7A4C}" destId="{3B002C06-9E12-453C-95F2-29A8F1A73AC9}" srcOrd="0" destOrd="0" presId="urn:microsoft.com/office/officeart/2005/8/layout/orgChart1"/>
    <dgm:cxn modelId="{BABE3A25-6491-4F67-8DF1-2B729D50BEC0}" type="presOf" srcId="{6DF48598-8197-4B96-B168-05A8652AE58F}" destId="{431465CA-2854-43D2-83EB-B3CBA9960B37}" srcOrd="1" destOrd="0" presId="urn:microsoft.com/office/officeart/2005/8/layout/orgChart1"/>
    <dgm:cxn modelId="{7F22B525-692C-4CAF-BACF-8C7A3179D684}" type="presOf" srcId="{7C5E9047-F926-4BF6-9E2F-D0EB6900247B}" destId="{115883BD-E2FF-4AF3-B136-FC4F8D4FBABD}" srcOrd="0" destOrd="0" presId="urn:microsoft.com/office/officeart/2005/8/layout/orgChart1"/>
    <dgm:cxn modelId="{A55FB027-EB83-46F1-B1C2-DB7AE2DEEB22}" type="presOf" srcId="{9FCBC1AF-141E-4359-9957-C5EA20C273A4}" destId="{4B9CACE4-F50B-493D-BE5F-9F664BE05BCB}" srcOrd="1" destOrd="0" presId="urn:microsoft.com/office/officeart/2005/8/layout/orgChart1"/>
    <dgm:cxn modelId="{1FE7D52A-CEB0-4C1F-9986-A1466A635B50}" type="presOf" srcId="{838515CA-E04A-4CEB-BBFA-290097A6A9C5}" destId="{27E5F92F-5FCF-43A4-A877-4C9401DE60F9}" srcOrd="1" destOrd="0" presId="urn:microsoft.com/office/officeart/2005/8/layout/orgChart1"/>
    <dgm:cxn modelId="{5366992F-C00A-4AF9-B26C-EC8F1603F183}" type="presOf" srcId="{CC5881FD-AF43-40C1-93A3-8851789D25C8}" destId="{50378053-2AA9-4E09-917F-0C8111D3D0B5}" srcOrd="0" destOrd="0" presId="urn:microsoft.com/office/officeart/2005/8/layout/orgChart1"/>
    <dgm:cxn modelId="{2A868E30-F414-4CC3-8E9D-E9CBEDF71090}" type="presOf" srcId="{F08558EC-84A7-4297-92CF-C9F26E3257EF}" destId="{C395F177-B594-43A4-AB20-B5607C53EFEA}" srcOrd="1" destOrd="0" presId="urn:microsoft.com/office/officeart/2005/8/layout/orgChart1"/>
    <dgm:cxn modelId="{1A843B33-ACC1-4C0B-92E1-6F965BCA959D}" srcId="{35D61C60-5BFB-4B40-AF31-84ECAB177C00}" destId="{DD6177DA-6BA4-40F8-8A8B-B8B4157EEA5D}" srcOrd="4" destOrd="0" parTransId="{88815D4F-8165-4F3E-97E9-C7149C5E3948}" sibTransId="{24951BE0-6634-47B9-AC38-5AFB91BAB3E3}"/>
    <dgm:cxn modelId="{008EDC33-FC48-4B3B-9529-5CA9021F8F58}" type="presOf" srcId="{CDFA7127-57B4-469D-85C9-4D0FEBD38A72}" destId="{D900E9F8-D294-4CA3-9925-D2955F522A70}" srcOrd="1" destOrd="0" presId="urn:microsoft.com/office/officeart/2005/8/layout/orgChart1"/>
    <dgm:cxn modelId="{00582436-9CB5-4809-A5DB-CA14ED8CAE04}" srcId="{2E93869A-D0B4-4058-AEB8-DB2521BD53FB}" destId="{1B70B564-5E8E-40D5-A308-6E71F2C70B93}" srcOrd="0" destOrd="0" parTransId="{8A7EFF10-5EA0-4576-ADA4-B9B77850FBD1}" sibTransId="{8C161242-21B1-4D06-8C47-65C09E2C6404}"/>
    <dgm:cxn modelId="{C7BA1E40-AB5E-40A4-8F70-FF3675DE53B6}" srcId="{35D61C60-5BFB-4B40-AF31-84ECAB177C00}" destId="{7C5E9047-F926-4BF6-9E2F-D0EB6900247B}" srcOrd="1" destOrd="0" parTransId="{B0DDDFD2-4288-42F3-ADB6-33D81579D3E3}" sibTransId="{561F82D5-6BC9-4A93-B0EA-A4BAD5E6E28D}"/>
    <dgm:cxn modelId="{B4B3C440-594F-468E-8925-906415D42BA9}" type="presOf" srcId="{A971061F-3DE3-4990-890B-CF855C68B3DD}" destId="{77D7832B-9694-43FD-ADBA-B4915119635E}" srcOrd="0" destOrd="0" presId="urn:microsoft.com/office/officeart/2005/8/layout/orgChart1"/>
    <dgm:cxn modelId="{DC14EA5C-68B9-476A-B7E1-BECDF6402074}" srcId="{1B70B564-5E8E-40D5-A308-6E71F2C70B93}" destId="{72FBD43B-4BEA-4E22-8ADF-5D1C3C3CCDF3}" srcOrd="5" destOrd="0" parTransId="{CA220E33-2D5A-417C-897B-6C352FE7B420}" sibTransId="{FCF1A3C5-34FA-4C0A-AF46-2AE01813F88F}"/>
    <dgm:cxn modelId="{4A1B645D-CEC2-4FAB-9AC9-A250A844C79F}" type="presOf" srcId="{6D498B13-DE96-4F1E-BFAC-89E72DF1C497}" destId="{4E68581B-5B2F-43F4-8B2A-F4FAAA38BBE1}" srcOrd="1" destOrd="0" presId="urn:microsoft.com/office/officeart/2005/8/layout/orgChart1"/>
    <dgm:cxn modelId="{E174A55D-AC08-416D-B966-0EDA864AA5DB}" type="presOf" srcId="{BD6C27DC-A6D9-4A79-9E9B-01B0ED1C08E7}" destId="{AE2360B2-5125-4C62-B868-ADE399DF24F8}" srcOrd="1" destOrd="0" presId="urn:microsoft.com/office/officeart/2005/8/layout/orgChart1"/>
    <dgm:cxn modelId="{6F787042-5836-4F99-AA1B-C678E252F8CF}" type="presOf" srcId="{72FBD43B-4BEA-4E22-8ADF-5D1C3C3CCDF3}" destId="{BDAAE6CC-DF68-409E-841D-23F13D1401D0}" srcOrd="1" destOrd="0" presId="urn:microsoft.com/office/officeart/2005/8/layout/orgChart1"/>
    <dgm:cxn modelId="{43EEBA62-391F-4821-9A6E-FFD6E46E7B0C}" type="presOf" srcId="{BD6C27DC-A6D9-4A79-9E9B-01B0ED1C08E7}" destId="{8B20C759-187D-4DF9-BAE2-7EB0C34725F4}" srcOrd="0" destOrd="0" presId="urn:microsoft.com/office/officeart/2005/8/layout/orgChart1"/>
    <dgm:cxn modelId="{B0ACE043-5C1E-4BC9-8AD1-E62C49CC5704}" type="presOf" srcId="{180BE1D9-BA63-4B13-9440-2D93A586D6A2}" destId="{8D2494EF-4A05-481F-829D-282BFED845EB}" srcOrd="0" destOrd="0" presId="urn:microsoft.com/office/officeart/2005/8/layout/orgChart1"/>
    <dgm:cxn modelId="{27C9F963-EE87-4BD1-A703-8CD33B5A1CC1}" srcId="{35D61C60-5BFB-4B40-AF31-84ECAB177C00}" destId="{E01BA5FD-C171-4FEB-BF14-5BDA1B83408F}" srcOrd="0" destOrd="0" parTransId="{CC5881FD-AF43-40C1-93A3-8851789D25C8}" sibTransId="{CC907202-65CC-4D66-97B7-BC99302F9447}"/>
    <dgm:cxn modelId="{A276D746-2A05-42E5-9AC0-53A9ED5D7D39}" type="presOf" srcId="{B351E088-6CF5-4DEF-8FBE-2195259F49FD}" destId="{F59B40FF-8F38-4906-A6EC-45A1F3089281}" srcOrd="0" destOrd="0" presId="urn:microsoft.com/office/officeart/2005/8/layout/orgChart1"/>
    <dgm:cxn modelId="{AB16E346-46A2-4DBE-B59A-6C80C595233F}" type="presOf" srcId="{B0DDDFD2-4288-42F3-ADB6-33D81579D3E3}" destId="{552B7DBD-ED86-4406-9D83-396B2157E1C0}" srcOrd="0" destOrd="0" presId="urn:microsoft.com/office/officeart/2005/8/layout/orgChart1"/>
    <dgm:cxn modelId="{07AA0268-AFE0-4463-9D96-971C21087640}" type="presOf" srcId="{BCFF4E37-5CEB-4DD4-AC8C-3D6EA7A9E31C}" destId="{CE594070-62B7-4C9D-969B-C793FDE86962}" srcOrd="0" destOrd="0" presId="urn:microsoft.com/office/officeart/2005/8/layout/orgChart1"/>
    <dgm:cxn modelId="{46EF0B48-C822-48EC-AB68-EDCD7DB5ED25}" srcId="{348908E4-A69C-4151-8438-F183FA0D5DB4}" destId="{2CA3C11E-C3BE-41D4-B742-414577F1B191}" srcOrd="2" destOrd="0" parTransId="{BCFF4E37-5CEB-4DD4-AC8C-3D6EA7A9E31C}" sibTransId="{50D3FC60-5136-4B59-8662-43BBE22F2C03}"/>
    <dgm:cxn modelId="{F1636748-469B-4C9E-9444-05DE1678F676}" type="presOf" srcId="{3D3A9EF3-F567-4655-A33A-58350D7BFFE3}" destId="{6D7BE594-2B25-47F0-89CF-A8C77B4F65A0}" srcOrd="0" destOrd="0" presId="urn:microsoft.com/office/officeart/2005/8/layout/orgChart1"/>
    <dgm:cxn modelId="{2E203F49-C6D6-4EA7-8468-E87C87AD682A}" type="presOf" srcId="{8BB89DC8-AC66-473E-8C39-6C926E586B04}" destId="{4EAC784C-B70E-457C-B7F5-80ECD77796A3}" srcOrd="0" destOrd="0" presId="urn:microsoft.com/office/officeart/2005/8/layout/orgChart1"/>
    <dgm:cxn modelId="{78A9FD6A-1E18-4DE5-897D-569B7A6F73FA}" type="presOf" srcId="{CDFA7127-57B4-469D-85C9-4D0FEBD38A72}" destId="{EBBC9B04-BA39-4EAB-953E-EC45C9928566}" srcOrd="0" destOrd="0" presId="urn:microsoft.com/office/officeart/2005/8/layout/orgChart1"/>
    <dgm:cxn modelId="{01A5CA6B-15F6-428A-B9BA-ABD74803C821}" srcId="{35D61C60-5BFB-4B40-AF31-84ECAB177C00}" destId="{6337AB9D-7079-4FC2-9D60-ECB4985C86AE}" srcOrd="2" destOrd="0" parTransId="{8BB89DC8-AC66-473E-8C39-6C926E586B04}" sibTransId="{5922F2CC-4012-4619-9EDF-64ED343ED1CB}"/>
    <dgm:cxn modelId="{733A3B4C-6B7E-4A42-A8A2-4646446AC67E}" type="presOf" srcId="{E01BA5FD-C171-4FEB-BF14-5BDA1B83408F}" destId="{DA9E1570-ED03-4F51-A849-09586DD5392A}" srcOrd="1" destOrd="0" presId="urn:microsoft.com/office/officeart/2005/8/layout/orgChart1"/>
    <dgm:cxn modelId="{880C776C-6988-4AC5-96F9-9BFC7EDC92B7}" srcId="{22B64815-8BA3-47F1-BFAB-35386F9D9037}" destId="{8A26966B-715A-4D15-8F16-2F746DCC34A4}" srcOrd="1" destOrd="0" parTransId="{A971061F-3DE3-4990-890B-CF855C68B3DD}" sibTransId="{DA51E2A5-1695-4ED3-93E5-66D4F3E6DD64}"/>
    <dgm:cxn modelId="{1310676D-D2A2-4C4B-91DD-A8FAB572A2CE}" srcId="{1B70B564-5E8E-40D5-A308-6E71F2C70B93}" destId="{348908E4-A69C-4151-8438-F183FA0D5DB4}" srcOrd="2" destOrd="0" parTransId="{96F6CCCC-39D7-43E6-ACD9-56B919DB04EE}" sibTransId="{6804E10B-F686-4FDC-B283-A8A7FE2D694A}"/>
    <dgm:cxn modelId="{392F574E-C6B1-49D9-91AE-2B8B5C71E1F5}" type="presOf" srcId="{348908E4-A69C-4151-8438-F183FA0D5DB4}" destId="{5D17305F-28E2-43C5-8E46-3198CD2466EB}" srcOrd="0" destOrd="0" presId="urn:microsoft.com/office/officeart/2005/8/layout/orgChart1"/>
    <dgm:cxn modelId="{29003070-0F38-474A-8B3B-8934F1F29174}" type="presOf" srcId="{96F6CCCC-39D7-43E6-ACD9-56B919DB04EE}" destId="{54BC341C-F60E-4AFA-BB07-E5833FD1869F}" srcOrd="0" destOrd="0" presId="urn:microsoft.com/office/officeart/2005/8/layout/orgChart1"/>
    <dgm:cxn modelId="{6CD2FC74-A532-44B5-A884-2FC9FC681D74}" type="presOf" srcId="{180BE1D9-BA63-4B13-9440-2D93A586D6A2}" destId="{E55B9015-6220-4A74-8838-F6D6470E76D3}" srcOrd="1" destOrd="0" presId="urn:microsoft.com/office/officeart/2005/8/layout/orgChart1"/>
    <dgm:cxn modelId="{0295D655-5D72-4F6C-A614-4EC58B7A9F27}" type="presOf" srcId="{22B64815-8BA3-47F1-BFAB-35386F9D9037}" destId="{C021AC09-38E7-400E-9BCB-664B1C1E11F7}" srcOrd="1" destOrd="0" presId="urn:microsoft.com/office/officeart/2005/8/layout/orgChart1"/>
    <dgm:cxn modelId="{79188B76-9289-4ABC-AE33-D025C8F95CCF}" srcId="{348908E4-A69C-4151-8438-F183FA0D5DB4}" destId="{180BE1D9-BA63-4B13-9440-2D93A586D6A2}" srcOrd="0" destOrd="0" parTransId="{B351E088-6CF5-4DEF-8FBE-2195259F49FD}" sibTransId="{6F0E92CA-4414-47FE-B6EF-2C4EF7B89BCF}"/>
    <dgm:cxn modelId="{839B8B78-2B4E-451D-B9E0-9A9F3B3E35CB}" type="presOf" srcId="{6337AB9D-7079-4FC2-9D60-ECB4985C86AE}" destId="{F26E488D-725F-4D4F-B8D5-66E15514F33D}" srcOrd="0" destOrd="0" presId="urn:microsoft.com/office/officeart/2005/8/layout/orgChart1"/>
    <dgm:cxn modelId="{A8FA147C-87A8-4D7D-BA49-093D69744E4A}" type="presOf" srcId="{2CA3C11E-C3BE-41D4-B742-414577F1B191}" destId="{FCC32402-96CA-4E39-B021-7E83D0EC38BD}" srcOrd="0" destOrd="0" presId="urn:microsoft.com/office/officeart/2005/8/layout/orgChart1"/>
    <dgm:cxn modelId="{3637E781-019D-441F-BAC5-B9123C3A075C}" type="presOf" srcId="{6DF48598-8197-4B96-B168-05A8652AE58F}" destId="{47A9D050-D0B7-436D-8FBD-E9A7C758068E}" srcOrd="0" destOrd="0" presId="urn:microsoft.com/office/officeart/2005/8/layout/orgChart1"/>
    <dgm:cxn modelId="{2F414083-F071-4550-B1C7-62205D71044E}" type="presOf" srcId="{E01BA5FD-C171-4FEB-BF14-5BDA1B83408F}" destId="{C8157DA4-0180-49BB-BDF2-DAF83C2B3D55}" srcOrd="0" destOrd="0" presId="urn:microsoft.com/office/officeart/2005/8/layout/orgChart1"/>
    <dgm:cxn modelId="{D2452684-3FAC-448F-A52D-CE2D5689F183}" type="presOf" srcId="{8BF35384-73A3-476B-BA75-7879D17A01E6}" destId="{A52C74BC-8080-44A7-ADFB-8A1881AF1BD8}" srcOrd="0" destOrd="0" presId="urn:microsoft.com/office/officeart/2005/8/layout/orgChart1"/>
    <dgm:cxn modelId="{1CC0EA84-CCAF-4D6F-9028-90D6A81F33BB}" type="presOf" srcId="{88815D4F-8165-4F3E-97E9-C7149C5E3948}" destId="{2B3130E7-EF84-42B4-881B-AC8568D46598}" srcOrd="0" destOrd="0" presId="urn:microsoft.com/office/officeart/2005/8/layout/orgChart1"/>
    <dgm:cxn modelId="{6BDD5F85-A6B0-4F62-961A-D423ED86DA55}" srcId="{F08558EC-84A7-4297-92CF-C9F26E3257EF}" destId="{8BF35384-73A3-476B-BA75-7879D17A01E6}" srcOrd="2" destOrd="0" parTransId="{A3C452DC-E648-43B0-95CD-31844983F5C8}" sibTransId="{C64FFFC6-1ECC-4C55-AF32-C6D80ADB8773}"/>
    <dgm:cxn modelId="{EE6A7E85-C904-4264-B34F-7EA849FBC3CA}" type="presOf" srcId="{1B70B564-5E8E-40D5-A308-6E71F2C70B93}" destId="{305D543F-83F6-45FD-ABD2-A5B97A1C5281}" srcOrd="1" destOrd="0" presId="urn:microsoft.com/office/officeart/2005/8/layout/orgChart1"/>
    <dgm:cxn modelId="{58315C88-3927-48ED-BAA7-DFEBA6F9FBFA}" srcId="{1B70B564-5E8E-40D5-A308-6E71F2C70B93}" destId="{22B64815-8BA3-47F1-BFAB-35386F9D9037}" srcOrd="4" destOrd="0" parTransId="{B185DD5E-F5C5-4BED-AF90-1769086A7A4C}" sibTransId="{B23666A5-C46B-4785-9BDE-19CF7B0CEFEF}"/>
    <dgm:cxn modelId="{86B3678E-CF21-4036-995F-D70038CD8E47}" type="presOf" srcId="{DD6177DA-6BA4-40F8-8A8B-B8B4157EEA5D}" destId="{9586C050-8DD7-40CE-80B1-90C7E14D345F}" srcOrd="1" destOrd="0" presId="urn:microsoft.com/office/officeart/2005/8/layout/orgChart1"/>
    <dgm:cxn modelId="{BB46778F-C403-4AE4-BE73-A8816D1D16B0}" type="presOf" srcId="{8BF35384-73A3-476B-BA75-7879D17A01E6}" destId="{97631838-117E-479C-A68E-D2E6EFA8F267}" srcOrd="1" destOrd="0" presId="urn:microsoft.com/office/officeart/2005/8/layout/orgChart1"/>
    <dgm:cxn modelId="{0DD8A592-62D4-4EBB-8D30-CC1827ECCFA2}" type="presOf" srcId="{6A84BF14-5061-477E-82E9-56FBB378AE7D}" destId="{7A78BDA8-DE1C-490A-B663-F2D6E03AD586}" srcOrd="0" destOrd="0" presId="urn:microsoft.com/office/officeart/2005/8/layout/orgChart1"/>
    <dgm:cxn modelId="{D6B5C593-2DBC-47EB-BFB8-CDA8CFF6D2BA}" srcId="{1B70B564-5E8E-40D5-A308-6E71F2C70B93}" destId="{35D61C60-5BFB-4B40-AF31-84ECAB177C00}" srcOrd="1" destOrd="0" parTransId="{BCC2A9CA-4CBE-4712-95BE-5B138ECA2547}" sibTransId="{2ED289C5-6F61-4F35-AEC6-917AB9FACFEC}"/>
    <dgm:cxn modelId="{50C50694-4520-430B-AF0F-0D1B247A5C0C}" type="presOf" srcId="{9E36EE95-A6A8-48B9-819B-6EC7547C19BC}" destId="{13490E59-E554-4E9A-BABF-61A2BA9405B9}" srcOrd="0" destOrd="0" presId="urn:microsoft.com/office/officeart/2005/8/layout/orgChart1"/>
    <dgm:cxn modelId="{49367695-C73A-4A66-BE7A-F4248D7DAFB1}" type="presOf" srcId="{6D498B13-DE96-4F1E-BFAC-89E72DF1C497}" destId="{5DC84F5F-94A5-4B3D-B923-C1006737EB7A}" srcOrd="0" destOrd="0" presId="urn:microsoft.com/office/officeart/2005/8/layout/orgChart1"/>
    <dgm:cxn modelId="{8D8DA298-22F0-454F-AF30-582225D2A2EA}" srcId="{9ECCE5F0-C4CA-41CC-9044-4C1A94A0430E}" destId="{6D498B13-DE96-4F1E-BFAC-89E72DF1C497}" srcOrd="1" destOrd="0" parTransId="{6A84BF14-5061-477E-82E9-56FBB378AE7D}" sibTransId="{07E0921E-BE05-4075-B554-927246E41B01}"/>
    <dgm:cxn modelId="{74F8BF9B-3725-4ED8-8EA1-01D54F5C726B}" type="presOf" srcId="{AD6472BB-EB58-49E5-B5DB-98D756C2C9E9}" destId="{EAE011C1-EE66-46AE-8F39-6BAAC27564D3}" srcOrd="0" destOrd="0" presId="urn:microsoft.com/office/officeart/2005/8/layout/orgChart1"/>
    <dgm:cxn modelId="{5EA1479C-CDD2-4BF3-9EC7-A88F7B30B59A}" type="presOf" srcId="{9ECCE5F0-C4CA-41CC-9044-4C1A94A0430E}" destId="{67D898C3-368F-4BA1-BE68-129030EB413E}" srcOrd="1" destOrd="0" presId="urn:microsoft.com/office/officeart/2005/8/layout/orgChart1"/>
    <dgm:cxn modelId="{6F35AD9C-F885-4175-86B0-F650E2C6B22D}" srcId="{72FBD43B-4BEA-4E22-8ADF-5D1C3C3CCDF3}" destId="{BD6C27DC-A6D9-4A79-9E9B-01B0ED1C08E7}" srcOrd="0" destOrd="0" parTransId="{4DC2A15F-8E4B-464E-A766-4716E5E5172E}" sibTransId="{8D8F94A5-6A54-4C16-A308-6B93BFB267EF}"/>
    <dgm:cxn modelId="{0AEF789F-A67A-475E-A12C-6AC6DB632825}" type="presOf" srcId="{6B0C98B7-946A-4EBE-A758-BEEEB981A3BB}" destId="{8976AD7A-D1F2-455F-9E10-8C97ED6D556E}" srcOrd="0" destOrd="0" presId="urn:microsoft.com/office/officeart/2005/8/layout/orgChart1"/>
    <dgm:cxn modelId="{FEC327A3-32FE-445A-9029-8C65984B39D8}" type="presOf" srcId="{2E93869A-D0B4-4058-AEB8-DB2521BD53FB}" destId="{4DAD05C7-AAC6-4562-B74C-F8C0203B9CF9}" srcOrd="0" destOrd="0" presId="urn:microsoft.com/office/officeart/2005/8/layout/orgChart1"/>
    <dgm:cxn modelId="{009E61A3-2AC1-47BB-8AE5-25D3E1F8ECA6}" type="presOf" srcId="{348908E4-A69C-4151-8438-F183FA0D5DB4}" destId="{6A85B2BD-99D4-40BA-BBFF-592579CF9BD8}" srcOrd="1" destOrd="0" presId="urn:microsoft.com/office/officeart/2005/8/layout/orgChart1"/>
    <dgm:cxn modelId="{307E25A5-8B03-493B-9E5C-88703C2CA59B}" type="presOf" srcId="{76A585D0-8A66-47BF-83AE-B01C56D53ABF}" destId="{78E0352D-5645-4AD8-ABB7-8152CEDC8093}" srcOrd="0" destOrd="0" presId="urn:microsoft.com/office/officeart/2005/8/layout/orgChart1"/>
    <dgm:cxn modelId="{D79F75A8-DE28-4CAC-B179-FC61EBCB703D}" type="presOf" srcId="{4FB3EF12-52A1-4C6D-BAC7-64EA68C7D749}" destId="{5783F02F-81F4-4B3D-BD7C-0C8D079FA5D8}" srcOrd="0" destOrd="0" presId="urn:microsoft.com/office/officeart/2005/8/layout/orgChart1"/>
    <dgm:cxn modelId="{18D101AC-48DE-418A-96B0-3695A589269F}" type="presOf" srcId="{DD6177DA-6BA4-40F8-8A8B-B8B4157EEA5D}" destId="{087E224B-A398-427C-8611-2036EBC80A79}" srcOrd="0" destOrd="0" presId="urn:microsoft.com/office/officeart/2005/8/layout/orgChart1"/>
    <dgm:cxn modelId="{76742EAF-8656-43DE-86EB-E3FAAF4B26F0}" type="presOf" srcId="{2CA3C11E-C3BE-41D4-B742-414577F1B191}" destId="{18B24CFB-1F9E-4517-90F3-617BC8C4D933}" srcOrd="1" destOrd="0" presId="urn:microsoft.com/office/officeart/2005/8/layout/orgChart1"/>
    <dgm:cxn modelId="{81BF4AB4-2458-4572-BDDC-E3FC9D9FCC56}" type="presOf" srcId="{838515CA-E04A-4CEB-BBFA-290097A6A9C5}" destId="{09C6A649-DD88-4465-97AE-792C4BECC6E0}" srcOrd="0" destOrd="0" presId="urn:microsoft.com/office/officeart/2005/8/layout/orgChart1"/>
    <dgm:cxn modelId="{A79E2DBD-83A2-436D-8D9E-D06E7A41A197}" type="presOf" srcId="{4FB3EF12-52A1-4C6D-BAC7-64EA68C7D749}" destId="{BB3F289D-8151-4AA4-8529-1A4F5ECFDD24}" srcOrd="1" destOrd="0" presId="urn:microsoft.com/office/officeart/2005/8/layout/orgChart1"/>
    <dgm:cxn modelId="{2A677ABE-B8FF-4AB5-A123-0613F4A8FCA7}" srcId="{72FBD43B-4BEA-4E22-8ADF-5D1C3C3CCDF3}" destId="{6DF48598-8197-4B96-B168-05A8652AE58F}" srcOrd="1" destOrd="0" parTransId="{76A585D0-8A66-47BF-83AE-B01C56D53ABF}" sibTransId="{2A86BED5-E20D-4D2E-B8AC-D33E1F45DB2C}"/>
    <dgm:cxn modelId="{A6BFFAC2-F4A4-4D9D-97BA-8A283340CE8C}" type="presOf" srcId="{9ECCE5F0-C4CA-41CC-9044-4C1A94A0430E}" destId="{5357FF76-2D31-4F53-A231-2721469FBC00}" srcOrd="0" destOrd="0" presId="urn:microsoft.com/office/officeart/2005/8/layout/orgChart1"/>
    <dgm:cxn modelId="{EC8191C4-FEE6-418D-A01B-345A646194A0}" type="presOf" srcId="{F08558EC-84A7-4297-92CF-C9F26E3257EF}" destId="{C0D71A55-7869-4435-ACD9-DB726F2FEE85}" srcOrd="0" destOrd="0" presId="urn:microsoft.com/office/officeart/2005/8/layout/orgChart1"/>
    <dgm:cxn modelId="{30F80DC8-9FB2-4DB9-BAD9-3B27C9B5F41B}" type="presOf" srcId="{1B70B564-5E8E-40D5-A308-6E71F2C70B93}" destId="{59A87810-8D56-4DB3-B2F1-9C10086419D8}" srcOrd="0" destOrd="0" presId="urn:microsoft.com/office/officeart/2005/8/layout/orgChart1"/>
    <dgm:cxn modelId="{17F178CA-C062-406F-A364-3E20DF8AE23A}" type="presOf" srcId="{A3C452DC-E648-43B0-95CD-31844983F5C8}" destId="{219F4AFA-927D-4032-BF8A-D8FA5F1F37D9}" srcOrd="0" destOrd="0" presId="urn:microsoft.com/office/officeart/2005/8/layout/orgChart1"/>
    <dgm:cxn modelId="{6D9F44D1-9781-4EA8-A8C6-9B6105E7AC1F}" type="presOf" srcId="{8A26966B-715A-4D15-8F16-2F746DCC34A4}" destId="{FCAF0A72-F612-4B8A-A0E3-C30D88698F0D}" srcOrd="0" destOrd="0" presId="urn:microsoft.com/office/officeart/2005/8/layout/orgChart1"/>
    <dgm:cxn modelId="{5C1D37D3-7838-47DE-9653-11E2F78F4F84}" srcId="{1B70B564-5E8E-40D5-A308-6E71F2C70B93}" destId="{F08558EC-84A7-4297-92CF-C9F26E3257EF}" srcOrd="3" destOrd="0" parTransId="{176FD94C-9D61-4545-83C3-FD20DBCDD0DE}" sibTransId="{546C5246-15D1-4449-8288-C1DBFE44DCA7}"/>
    <dgm:cxn modelId="{45A57DD7-26DC-41EA-B1AA-0E544943C732}" srcId="{F08558EC-84A7-4297-92CF-C9F26E3257EF}" destId="{CDFA7127-57B4-469D-85C9-4D0FEBD38A72}" srcOrd="0" destOrd="0" parTransId="{AD6472BB-EB58-49E5-B5DB-98D756C2C9E9}" sibTransId="{F2933034-1060-47F8-AACC-D74FA9A227CD}"/>
    <dgm:cxn modelId="{7AFF99DA-DEA2-4DEC-87DC-F0AABC204050}" type="presOf" srcId="{638B25B4-2712-447D-BA10-7DD816387B4E}" destId="{C032AB6D-38BD-483A-A794-4F214E79A3D9}" srcOrd="0" destOrd="0" presId="urn:microsoft.com/office/officeart/2005/8/layout/orgChart1"/>
    <dgm:cxn modelId="{F72D12DB-F9A4-4844-8134-F2A16776BBA6}" type="presOf" srcId="{22DECEF8-6054-4020-AEBA-FD6BF3B9623F}" destId="{EE42560F-66FD-483D-B26B-42D77AD2E943}" srcOrd="0" destOrd="0" presId="urn:microsoft.com/office/officeart/2005/8/layout/orgChart1"/>
    <dgm:cxn modelId="{69BF10E0-8DCE-48BD-B294-8FE7CF66F823}" srcId="{F08558EC-84A7-4297-92CF-C9F26E3257EF}" destId="{9FCBC1AF-141E-4359-9957-C5EA20C273A4}" srcOrd="1" destOrd="0" parTransId="{9E36EE95-A6A8-48B9-819B-6EC7547C19BC}" sibTransId="{BC0A9128-61E9-4949-BD24-217E167B44EF}"/>
    <dgm:cxn modelId="{056FA9E2-94FE-44D8-93E1-7DA02CD6DF37}" type="presOf" srcId="{D79DB0D7-989F-4B76-8704-00064E53EB34}" destId="{8DEE5AF9-03E9-441E-8CEF-4B2C72093086}" srcOrd="0" destOrd="0" presId="urn:microsoft.com/office/officeart/2005/8/layout/orgChart1"/>
    <dgm:cxn modelId="{E88EFDE3-BD17-4B89-87B6-7A0989DCD66B}" type="presOf" srcId="{7C5E9047-F926-4BF6-9E2F-D0EB6900247B}" destId="{BE076348-8518-4E0F-A9A9-0A51611ABEB9}" srcOrd="1" destOrd="0" presId="urn:microsoft.com/office/officeart/2005/8/layout/orgChart1"/>
    <dgm:cxn modelId="{88B2E5E8-F86F-47D4-B392-9627F2724F09}" type="presOf" srcId="{35D61C60-5BFB-4B40-AF31-84ECAB177C00}" destId="{0578154C-5C87-467D-93F6-092610EB9A2C}" srcOrd="0" destOrd="0" presId="urn:microsoft.com/office/officeart/2005/8/layout/orgChart1"/>
    <dgm:cxn modelId="{EA2A57E9-B132-443D-B1E5-524124D69285}" type="presOf" srcId="{9FCBC1AF-141E-4359-9957-C5EA20C273A4}" destId="{120DD5B0-6644-4ECE-AF4D-8281755C08F1}" srcOrd="0" destOrd="0" presId="urn:microsoft.com/office/officeart/2005/8/layout/orgChart1"/>
    <dgm:cxn modelId="{50FB5EEA-6D79-48F0-99E5-B5958F4B55F6}" type="presOf" srcId="{638B25B4-2712-447D-BA10-7DD816387B4E}" destId="{801A7253-BBCF-461B-B212-ABEFB2E6F54A}" srcOrd="1" destOrd="0" presId="urn:microsoft.com/office/officeart/2005/8/layout/orgChart1"/>
    <dgm:cxn modelId="{AFCF90ED-9F75-4FFA-B71C-CB3E136AD2AA}" type="presOf" srcId="{BCC2A9CA-4CBE-4712-95BE-5B138ECA2547}" destId="{E661E443-ED32-474A-9F24-B9F6E44BF1A4}" srcOrd="0" destOrd="0" presId="urn:microsoft.com/office/officeart/2005/8/layout/orgChart1"/>
    <dgm:cxn modelId="{4649C4F3-1409-4385-B82E-A616E922E924}" type="presOf" srcId="{4DC2A15F-8E4B-464E-A766-4716E5E5172E}" destId="{68833E97-95D8-4EB5-82CF-B1198B61EB90}" srcOrd="0" destOrd="0" presId="urn:microsoft.com/office/officeart/2005/8/layout/orgChart1"/>
    <dgm:cxn modelId="{CBC759F4-9620-417E-B9F5-86F3A094653B}" srcId="{35D61C60-5BFB-4B40-AF31-84ECAB177C00}" destId="{4FB3EF12-52A1-4C6D-BAC7-64EA68C7D749}" srcOrd="3" destOrd="0" parTransId="{3D3A9EF3-F567-4655-A33A-58350D7BFFE3}" sibTransId="{712E1B6B-3915-4370-B838-16FCB6FF4AA8}"/>
    <dgm:cxn modelId="{9BE38AF4-4E4A-45FB-B899-F605A6A17936}" srcId="{1B70B564-5E8E-40D5-A308-6E71F2C70B93}" destId="{9ECCE5F0-C4CA-41CC-9044-4C1A94A0430E}" srcOrd="0" destOrd="0" parTransId="{8A647534-2526-4248-858C-DB36BC1FBDA0}" sibTransId="{B3F72B77-8797-4516-9884-278AD33E30B8}"/>
    <dgm:cxn modelId="{10016EF5-E796-489D-854A-E633FFFAA405}" type="presOf" srcId="{22B64815-8BA3-47F1-BFAB-35386F9D9037}" destId="{198B5C92-2FA6-40CA-AAC9-1FCE5FE94D01}" srcOrd="0" destOrd="0" presId="urn:microsoft.com/office/officeart/2005/8/layout/orgChart1"/>
    <dgm:cxn modelId="{6FE87DF8-1C90-4A09-A0D4-EF677C03C7CC}" type="presOf" srcId="{8A647534-2526-4248-858C-DB36BC1FBDA0}" destId="{3FC1A482-9267-486B-BFD4-046AF68AA4F8}" srcOrd="0" destOrd="0" presId="urn:microsoft.com/office/officeart/2005/8/layout/orgChart1"/>
    <dgm:cxn modelId="{1D4564F9-E760-443D-BA1D-AF0B291BBCEB}" type="presOf" srcId="{CA220E33-2D5A-417C-897B-6C352FE7B420}" destId="{90047AEB-6F0C-47BD-9EA9-B80A094ED387}" srcOrd="0" destOrd="0" presId="urn:microsoft.com/office/officeart/2005/8/layout/orgChart1"/>
    <dgm:cxn modelId="{162BE7FB-D29C-45E0-9082-0B9F4B696BB5}" srcId="{9ECCE5F0-C4CA-41CC-9044-4C1A94A0430E}" destId="{638B25B4-2712-447D-BA10-7DD816387B4E}" srcOrd="0" destOrd="0" parTransId="{6B0C98B7-946A-4EBE-A758-BEEEB981A3BB}" sibTransId="{C006573F-3B71-4FBC-9091-EA730D6864F9}"/>
    <dgm:cxn modelId="{224A272B-A120-4417-AD13-F1D01A5C8425}" type="presParOf" srcId="{4DAD05C7-AAC6-4562-B74C-F8C0203B9CF9}" destId="{62088F44-0DBE-4B26-8EC1-345AB06C969C}" srcOrd="0" destOrd="0" presId="urn:microsoft.com/office/officeart/2005/8/layout/orgChart1"/>
    <dgm:cxn modelId="{02521AB3-2B37-4532-B4FD-CBDCE9C1F7A0}" type="presParOf" srcId="{62088F44-0DBE-4B26-8EC1-345AB06C969C}" destId="{1641AAEE-5E3E-4CBE-AE3A-F4CB1F7343EA}" srcOrd="0" destOrd="0" presId="urn:microsoft.com/office/officeart/2005/8/layout/orgChart1"/>
    <dgm:cxn modelId="{97F861F8-4409-489F-94BE-A6403CBDEDDC}" type="presParOf" srcId="{1641AAEE-5E3E-4CBE-AE3A-F4CB1F7343EA}" destId="{59A87810-8D56-4DB3-B2F1-9C10086419D8}" srcOrd="0" destOrd="0" presId="urn:microsoft.com/office/officeart/2005/8/layout/orgChart1"/>
    <dgm:cxn modelId="{50C6E2D2-0F1B-4778-9CAF-80ABD200E248}" type="presParOf" srcId="{1641AAEE-5E3E-4CBE-AE3A-F4CB1F7343EA}" destId="{305D543F-83F6-45FD-ABD2-A5B97A1C5281}" srcOrd="1" destOrd="0" presId="urn:microsoft.com/office/officeart/2005/8/layout/orgChart1"/>
    <dgm:cxn modelId="{E645078C-6F5D-48EA-9063-7CA73FD93F65}" type="presParOf" srcId="{62088F44-0DBE-4B26-8EC1-345AB06C969C}" destId="{533F4A3E-DDBD-4A7E-B210-379E98503DBA}" srcOrd="1" destOrd="0" presId="urn:microsoft.com/office/officeart/2005/8/layout/orgChart1"/>
    <dgm:cxn modelId="{A2289101-9E6E-4212-B5B1-A8ACB3623B66}" type="presParOf" srcId="{533F4A3E-DDBD-4A7E-B210-379E98503DBA}" destId="{3FC1A482-9267-486B-BFD4-046AF68AA4F8}" srcOrd="0" destOrd="0" presId="urn:microsoft.com/office/officeart/2005/8/layout/orgChart1"/>
    <dgm:cxn modelId="{DE31817C-96A4-4D4F-BEFD-5ABB9C8D2320}" type="presParOf" srcId="{533F4A3E-DDBD-4A7E-B210-379E98503DBA}" destId="{071C4C8D-9EEE-4657-B36A-D9F12B693FFC}" srcOrd="1" destOrd="0" presId="urn:microsoft.com/office/officeart/2005/8/layout/orgChart1"/>
    <dgm:cxn modelId="{AB25DDDF-03C8-4A89-82B8-1187D0006FC5}" type="presParOf" srcId="{071C4C8D-9EEE-4657-B36A-D9F12B693FFC}" destId="{D7FC5D88-D058-40ED-8B0F-19D908CF7927}" srcOrd="0" destOrd="0" presId="urn:microsoft.com/office/officeart/2005/8/layout/orgChart1"/>
    <dgm:cxn modelId="{3B573D45-119D-4BDE-85BE-70D5344FE9DD}" type="presParOf" srcId="{D7FC5D88-D058-40ED-8B0F-19D908CF7927}" destId="{5357FF76-2D31-4F53-A231-2721469FBC00}" srcOrd="0" destOrd="0" presId="urn:microsoft.com/office/officeart/2005/8/layout/orgChart1"/>
    <dgm:cxn modelId="{2A25EEB6-52F1-47D6-85B3-4A2A30A339A9}" type="presParOf" srcId="{D7FC5D88-D058-40ED-8B0F-19D908CF7927}" destId="{67D898C3-368F-4BA1-BE68-129030EB413E}" srcOrd="1" destOrd="0" presId="urn:microsoft.com/office/officeart/2005/8/layout/orgChart1"/>
    <dgm:cxn modelId="{EC5B8A6B-9966-4CA9-9A80-5F6B989D4B66}" type="presParOf" srcId="{071C4C8D-9EEE-4657-B36A-D9F12B693FFC}" destId="{8F52D15D-52A4-4C6A-99AF-F9ADBBC932A7}" srcOrd="1" destOrd="0" presId="urn:microsoft.com/office/officeart/2005/8/layout/orgChart1"/>
    <dgm:cxn modelId="{89BC5BA6-D7E6-4E78-97C4-FD3039EDE87E}" type="presParOf" srcId="{8F52D15D-52A4-4C6A-99AF-F9ADBBC932A7}" destId="{8976AD7A-D1F2-455F-9E10-8C97ED6D556E}" srcOrd="0" destOrd="0" presId="urn:microsoft.com/office/officeart/2005/8/layout/orgChart1"/>
    <dgm:cxn modelId="{4B7E120B-1C43-427A-9120-D0CCD3ED12FA}" type="presParOf" srcId="{8F52D15D-52A4-4C6A-99AF-F9ADBBC932A7}" destId="{6C9D0416-5469-42CE-92E0-9F68E78EC357}" srcOrd="1" destOrd="0" presId="urn:microsoft.com/office/officeart/2005/8/layout/orgChart1"/>
    <dgm:cxn modelId="{E7266116-96AD-49E8-9BDA-021CAFDBAA30}" type="presParOf" srcId="{6C9D0416-5469-42CE-92E0-9F68E78EC357}" destId="{6066D3BF-2751-4AC7-B5EE-518519F284F1}" srcOrd="0" destOrd="0" presId="urn:microsoft.com/office/officeart/2005/8/layout/orgChart1"/>
    <dgm:cxn modelId="{9619F7CD-F5F4-4750-81EA-873D5880CAA9}" type="presParOf" srcId="{6066D3BF-2751-4AC7-B5EE-518519F284F1}" destId="{C032AB6D-38BD-483A-A794-4F214E79A3D9}" srcOrd="0" destOrd="0" presId="urn:microsoft.com/office/officeart/2005/8/layout/orgChart1"/>
    <dgm:cxn modelId="{3BE5BA71-D631-480B-9442-DC21C871309A}" type="presParOf" srcId="{6066D3BF-2751-4AC7-B5EE-518519F284F1}" destId="{801A7253-BBCF-461B-B212-ABEFB2E6F54A}" srcOrd="1" destOrd="0" presId="urn:microsoft.com/office/officeart/2005/8/layout/orgChart1"/>
    <dgm:cxn modelId="{5AF33CC6-736A-4DD1-AF75-10D0D0283278}" type="presParOf" srcId="{6C9D0416-5469-42CE-92E0-9F68E78EC357}" destId="{A99F837E-DCC4-4E73-995B-2AF15A623142}" srcOrd="1" destOrd="0" presId="urn:microsoft.com/office/officeart/2005/8/layout/orgChart1"/>
    <dgm:cxn modelId="{5613A90F-474C-4921-BFFA-60E5DB4F3DCA}" type="presParOf" srcId="{6C9D0416-5469-42CE-92E0-9F68E78EC357}" destId="{2C9343B3-58C0-4ED8-94E1-8D9EC0B7E299}" srcOrd="2" destOrd="0" presId="urn:microsoft.com/office/officeart/2005/8/layout/orgChart1"/>
    <dgm:cxn modelId="{503D511C-F4CD-45D9-840F-276ACFE9869F}" type="presParOf" srcId="{8F52D15D-52A4-4C6A-99AF-F9ADBBC932A7}" destId="{7A78BDA8-DE1C-490A-B663-F2D6E03AD586}" srcOrd="2" destOrd="0" presId="urn:microsoft.com/office/officeart/2005/8/layout/orgChart1"/>
    <dgm:cxn modelId="{91FB8C94-5DE4-4A0A-8256-C8485CA682DC}" type="presParOf" srcId="{8F52D15D-52A4-4C6A-99AF-F9ADBBC932A7}" destId="{59F4E3F4-482A-4133-82AE-7D53063C5994}" srcOrd="3" destOrd="0" presId="urn:microsoft.com/office/officeart/2005/8/layout/orgChart1"/>
    <dgm:cxn modelId="{E47D4109-C8C4-4F74-A542-947F061FB7DE}" type="presParOf" srcId="{59F4E3F4-482A-4133-82AE-7D53063C5994}" destId="{A28624B0-DEE9-4785-92CA-574803400EA2}" srcOrd="0" destOrd="0" presId="urn:microsoft.com/office/officeart/2005/8/layout/orgChart1"/>
    <dgm:cxn modelId="{D03397E0-ED11-41C3-9F01-D2409E6F01A3}" type="presParOf" srcId="{A28624B0-DEE9-4785-92CA-574803400EA2}" destId="{5DC84F5F-94A5-4B3D-B923-C1006737EB7A}" srcOrd="0" destOrd="0" presId="urn:microsoft.com/office/officeart/2005/8/layout/orgChart1"/>
    <dgm:cxn modelId="{CFE78D5D-D5B2-42D8-82D1-3BF99E73C2E6}" type="presParOf" srcId="{A28624B0-DEE9-4785-92CA-574803400EA2}" destId="{4E68581B-5B2F-43F4-8B2A-F4FAAA38BBE1}" srcOrd="1" destOrd="0" presId="urn:microsoft.com/office/officeart/2005/8/layout/orgChart1"/>
    <dgm:cxn modelId="{5EA62F02-08C4-4EA5-93AB-437D57CC1935}" type="presParOf" srcId="{59F4E3F4-482A-4133-82AE-7D53063C5994}" destId="{B305C903-E35B-4AF4-86FA-08A8ED526954}" srcOrd="1" destOrd="0" presId="urn:microsoft.com/office/officeart/2005/8/layout/orgChart1"/>
    <dgm:cxn modelId="{63B6C824-BBB5-4B00-84F5-4F833D6CA3E9}" type="presParOf" srcId="{59F4E3F4-482A-4133-82AE-7D53063C5994}" destId="{8214AD4F-15C2-4454-B3BC-BCA0E233EBE4}" srcOrd="2" destOrd="0" presId="urn:microsoft.com/office/officeart/2005/8/layout/orgChart1"/>
    <dgm:cxn modelId="{9CAFC1F8-A68E-47C5-92FF-48758F022436}" type="presParOf" srcId="{071C4C8D-9EEE-4657-B36A-D9F12B693FFC}" destId="{F8664B00-8DB0-4B51-8247-AC687B25EFC0}" srcOrd="2" destOrd="0" presId="urn:microsoft.com/office/officeart/2005/8/layout/orgChart1"/>
    <dgm:cxn modelId="{A5D41F7B-CBCD-4575-BDE8-115F62119B7E}" type="presParOf" srcId="{533F4A3E-DDBD-4A7E-B210-379E98503DBA}" destId="{E661E443-ED32-474A-9F24-B9F6E44BF1A4}" srcOrd="2" destOrd="0" presId="urn:microsoft.com/office/officeart/2005/8/layout/orgChart1"/>
    <dgm:cxn modelId="{2442160D-D9F1-4A57-981E-4094BBA0C210}" type="presParOf" srcId="{533F4A3E-DDBD-4A7E-B210-379E98503DBA}" destId="{AF101BF2-A486-4639-94C6-F4D268A57F8A}" srcOrd="3" destOrd="0" presId="urn:microsoft.com/office/officeart/2005/8/layout/orgChart1"/>
    <dgm:cxn modelId="{2234C335-972A-46F6-9145-68CD91D33299}" type="presParOf" srcId="{AF101BF2-A486-4639-94C6-F4D268A57F8A}" destId="{95642A04-2F79-4FBC-BCA0-81994EC032D6}" srcOrd="0" destOrd="0" presId="urn:microsoft.com/office/officeart/2005/8/layout/orgChart1"/>
    <dgm:cxn modelId="{C91AEF96-13FB-4026-B61D-2ACE4BF147C8}" type="presParOf" srcId="{95642A04-2F79-4FBC-BCA0-81994EC032D6}" destId="{0578154C-5C87-467D-93F6-092610EB9A2C}" srcOrd="0" destOrd="0" presId="urn:microsoft.com/office/officeart/2005/8/layout/orgChart1"/>
    <dgm:cxn modelId="{0007EC28-BAFE-4F82-BA63-87573BE3244B}" type="presParOf" srcId="{95642A04-2F79-4FBC-BCA0-81994EC032D6}" destId="{A6EAB1B0-83CA-4BFA-95AB-2C89934CD984}" srcOrd="1" destOrd="0" presId="urn:microsoft.com/office/officeart/2005/8/layout/orgChart1"/>
    <dgm:cxn modelId="{EFF3A6C7-17CE-4493-90F2-257886D6AE6E}" type="presParOf" srcId="{AF101BF2-A486-4639-94C6-F4D268A57F8A}" destId="{AE0FEAA6-BDA6-4822-96E1-D63055C5CABA}" srcOrd="1" destOrd="0" presId="urn:microsoft.com/office/officeart/2005/8/layout/orgChart1"/>
    <dgm:cxn modelId="{FBB5366C-EF92-4C5A-9166-4BBFDFCD0574}" type="presParOf" srcId="{AE0FEAA6-BDA6-4822-96E1-D63055C5CABA}" destId="{50378053-2AA9-4E09-917F-0C8111D3D0B5}" srcOrd="0" destOrd="0" presId="urn:microsoft.com/office/officeart/2005/8/layout/orgChart1"/>
    <dgm:cxn modelId="{2F2DDE60-DF5D-4442-94FD-97C58BDCC91D}" type="presParOf" srcId="{AE0FEAA6-BDA6-4822-96E1-D63055C5CABA}" destId="{D1AF887E-1A95-4DEA-AC30-32AA3451D099}" srcOrd="1" destOrd="0" presId="urn:microsoft.com/office/officeart/2005/8/layout/orgChart1"/>
    <dgm:cxn modelId="{21B74DA2-B6DC-42E7-87C7-1B5B8B8AC42E}" type="presParOf" srcId="{D1AF887E-1A95-4DEA-AC30-32AA3451D099}" destId="{6B2C0B5B-2E8B-41B9-AF8D-DBAF18010FD9}" srcOrd="0" destOrd="0" presId="urn:microsoft.com/office/officeart/2005/8/layout/orgChart1"/>
    <dgm:cxn modelId="{86F880F6-DE53-4486-BF58-6F3A1384D080}" type="presParOf" srcId="{6B2C0B5B-2E8B-41B9-AF8D-DBAF18010FD9}" destId="{C8157DA4-0180-49BB-BDF2-DAF83C2B3D55}" srcOrd="0" destOrd="0" presId="urn:microsoft.com/office/officeart/2005/8/layout/orgChart1"/>
    <dgm:cxn modelId="{96CE8813-4D0B-4254-98C7-93762F8139DE}" type="presParOf" srcId="{6B2C0B5B-2E8B-41B9-AF8D-DBAF18010FD9}" destId="{DA9E1570-ED03-4F51-A849-09586DD5392A}" srcOrd="1" destOrd="0" presId="urn:microsoft.com/office/officeart/2005/8/layout/orgChart1"/>
    <dgm:cxn modelId="{CA625135-9478-4878-AF2C-6820D802BA46}" type="presParOf" srcId="{D1AF887E-1A95-4DEA-AC30-32AA3451D099}" destId="{F2DFDEAF-4799-4652-B829-080304505F6C}" srcOrd="1" destOrd="0" presId="urn:microsoft.com/office/officeart/2005/8/layout/orgChart1"/>
    <dgm:cxn modelId="{6E22919A-7BF1-4399-ACE3-57D2C3B9DFD7}" type="presParOf" srcId="{D1AF887E-1A95-4DEA-AC30-32AA3451D099}" destId="{D5E748C1-5000-4FB9-AEA3-D26165FB1261}" srcOrd="2" destOrd="0" presId="urn:microsoft.com/office/officeart/2005/8/layout/orgChart1"/>
    <dgm:cxn modelId="{AEA8093E-E99D-4B1A-8937-BAC011309B91}" type="presParOf" srcId="{AE0FEAA6-BDA6-4822-96E1-D63055C5CABA}" destId="{552B7DBD-ED86-4406-9D83-396B2157E1C0}" srcOrd="2" destOrd="0" presId="urn:microsoft.com/office/officeart/2005/8/layout/orgChart1"/>
    <dgm:cxn modelId="{020C2F5B-B684-4A09-841A-6DBB5FA56295}" type="presParOf" srcId="{AE0FEAA6-BDA6-4822-96E1-D63055C5CABA}" destId="{EAF54E0B-ED7C-424C-A082-1C51C5F0A230}" srcOrd="3" destOrd="0" presId="urn:microsoft.com/office/officeart/2005/8/layout/orgChart1"/>
    <dgm:cxn modelId="{92D6074F-E4D8-4993-AC41-864762A1E4F6}" type="presParOf" srcId="{EAF54E0B-ED7C-424C-A082-1C51C5F0A230}" destId="{4BFE50FE-B2C5-477D-A137-625AA6841FA5}" srcOrd="0" destOrd="0" presId="urn:microsoft.com/office/officeart/2005/8/layout/orgChart1"/>
    <dgm:cxn modelId="{9F2FFBF7-751D-4F43-9069-96F19908B3D2}" type="presParOf" srcId="{4BFE50FE-B2C5-477D-A137-625AA6841FA5}" destId="{115883BD-E2FF-4AF3-B136-FC4F8D4FBABD}" srcOrd="0" destOrd="0" presId="urn:microsoft.com/office/officeart/2005/8/layout/orgChart1"/>
    <dgm:cxn modelId="{15BE2C99-45AF-4ED8-8D9C-29BD18751624}" type="presParOf" srcId="{4BFE50FE-B2C5-477D-A137-625AA6841FA5}" destId="{BE076348-8518-4E0F-A9A9-0A51611ABEB9}" srcOrd="1" destOrd="0" presId="urn:microsoft.com/office/officeart/2005/8/layout/orgChart1"/>
    <dgm:cxn modelId="{BAC84F30-F84B-452E-BDAC-69C0C8A6BC73}" type="presParOf" srcId="{EAF54E0B-ED7C-424C-A082-1C51C5F0A230}" destId="{6701B9E3-DBD6-44EF-B628-0C8C9A8198B6}" srcOrd="1" destOrd="0" presId="urn:microsoft.com/office/officeart/2005/8/layout/orgChart1"/>
    <dgm:cxn modelId="{70C78C3A-5CAF-4A1B-8F36-C0BA2B4C9A97}" type="presParOf" srcId="{EAF54E0B-ED7C-424C-A082-1C51C5F0A230}" destId="{B58538A8-C4C1-42DC-B29A-B24E809CA9A1}" srcOrd="2" destOrd="0" presId="urn:microsoft.com/office/officeart/2005/8/layout/orgChart1"/>
    <dgm:cxn modelId="{C12168C1-E852-4095-A3F3-CED3C9CB7AC8}" type="presParOf" srcId="{AE0FEAA6-BDA6-4822-96E1-D63055C5CABA}" destId="{4EAC784C-B70E-457C-B7F5-80ECD77796A3}" srcOrd="4" destOrd="0" presId="urn:microsoft.com/office/officeart/2005/8/layout/orgChart1"/>
    <dgm:cxn modelId="{B0724D2F-FCAE-4F58-B44C-64C82484306A}" type="presParOf" srcId="{AE0FEAA6-BDA6-4822-96E1-D63055C5CABA}" destId="{77D6F861-301D-4528-9605-5BC7334E26BC}" srcOrd="5" destOrd="0" presId="urn:microsoft.com/office/officeart/2005/8/layout/orgChart1"/>
    <dgm:cxn modelId="{5A978F6C-2D71-41DA-B672-AAB19BB231AC}" type="presParOf" srcId="{77D6F861-301D-4528-9605-5BC7334E26BC}" destId="{6E848638-E1BE-408E-B363-6D7E519367DB}" srcOrd="0" destOrd="0" presId="urn:microsoft.com/office/officeart/2005/8/layout/orgChart1"/>
    <dgm:cxn modelId="{D9403B90-F87A-42AB-9BEF-00FF369C2B68}" type="presParOf" srcId="{6E848638-E1BE-408E-B363-6D7E519367DB}" destId="{F26E488D-725F-4D4F-B8D5-66E15514F33D}" srcOrd="0" destOrd="0" presId="urn:microsoft.com/office/officeart/2005/8/layout/orgChart1"/>
    <dgm:cxn modelId="{3B297DC8-38A8-46D0-9BE0-453AD5EB9F04}" type="presParOf" srcId="{6E848638-E1BE-408E-B363-6D7E519367DB}" destId="{272CD86A-E80B-4092-AA66-CA3BA8241333}" srcOrd="1" destOrd="0" presId="urn:microsoft.com/office/officeart/2005/8/layout/orgChart1"/>
    <dgm:cxn modelId="{E1B70A47-5DBF-4295-B935-C575D7D037A2}" type="presParOf" srcId="{77D6F861-301D-4528-9605-5BC7334E26BC}" destId="{0E6FD718-EC7D-4569-9D83-59A747B0DB36}" srcOrd="1" destOrd="0" presId="urn:microsoft.com/office/officeart/2005/8/layout/orgChart1"/>
    <dgm:cxn modelId="{A9B88D24-0C2E-4601-9AC9-069A0A751777}" type="presParOf" srcId="{77D6F861-301D-4528-9605-5BC7334E26BC}" destId="{6B1619F6-B0F3-44AE-B7B7-8B59492A79F1}" srcOrd="2" destOrd="0" presId="urn:microsoft.com/office/officeart/2005/8/layout/orgChart1"/>
    <dgm:cxn modelId="{B3876251-24CE-49AB-B056-46E13DE2D3EF}" type="presParOf" srcId="{AE0FEAA6-BDA6-4822-96E1-D63055C5CABA}" destId="{6D7BE594-2B25-47F0-89CF-A8C77B4F65A0}" srcOrd="6" destOrd="0" presId="urn:microsoft.com/office/officeart/2005/8/layout/orgChart1"/>
    <dgm:cxn modelId="{D560B1F5-F18F-4DAB-BA15-CB439C7A3B35}" type="presParOf" srcId="{AE0FEAA6-BDA6-4822-96E1-D63055C5CABA}" destId="{921CB940-D11F-4ED2-8807-32A004B16AA9}" srcOrd="7" destOrd="0" presId="urn:microsoft.com/office/officeart/2005/8/layout/orgChart1"/>
    <dgm:cxn modelId="{BB3153DF-025F-49E4-AD6A-B6F08C6452B1}" type="presParOf" srcId="{921CB940-D11F-4ED2-8807-32A004B16AA9}" destId="{4B954BDA-26A4-4791-8F7F-CCDBA82A14F7}" srcOrd="0" destOrd="0" presId="urn:microsoft.com/office/officeart/2005/8/layout/orgChart1"/>
    <dgm:cxn modelId="{21246FCA-072B-4D8C-B618-765172CDC79A}" type="presParOf" srcId="{4B954BDA-26A4-4791-8F7F-CCDBA82A14F7}" destId="{5783F02F-81F4-4B3D-BD7C-0C8D079FA5D8}" srcOrd="0" destOrd="0" presId="urn:microsoft.com/office/officeart/2005/8/layout/orgChart1"/>
    <dgm:cxn modelId="{1256DBCE-B6CF-42D9-95F4-510FC3C10515}" type="presParOf" srcId="{4B954BDA-26A4-4791-8F7F-CCDBA82A14F7}" destId="{BB3F289D-8151-4AA4-8529-1A4F5ECFDD24}" srcOrd="1" destOrd="0" presId="urn:microsoft.com/office/officeart/2005/8/layout/orgChart1"/>
    <dgm:cxn modelId="{CF58F494-BB1E-4543-BCDA-25B2897D9DE5}" type="presParOf" srcId="{921CB940-D11F-4ED2-8807-32A004B16AA9}" destId="{1678EE86-B52B-4E4E-B3EE-22CF0271DB38}" srcOrd="1" destOrd="0" presId="urn:microsoft.com/office/officeart/2005/8/layout/orgChart1"/>
    <dgm:cxn modelId="{9409FB45-1715-4893-BC4A-DAF404340437}" type="presParOf" srcId="{921CB940-D11F-4ED2-8807-32A004B16AA9}" destId="{2838FB45-3D98-4B45-BBEE-A40ECD5C1170}" srcOrd="2" destOrd="0" presId="urn:microsoft.com/office/officeart/2005/8/layout/orgChart1"/>
    <dgm:cxn modelId="{D040169D-EC8F-46C7-8929-1ED90ADA14F8}" type="presParOf" srcId="{AE0FEAA6-BDA6-4822-96E1-D63055C5CABA}" destId="{2B3130E7-EF84-42B4-881B-AC8568D46598}" srcOrd="8" destOrd="0" presId="urn:microsoft.com/office/officeart/2005/8/layout/orgChart1"/>
    <dgm:cxn modelId="{A8C028CD-1AEA-4020-B759-7692FEF71FAB}" type="presParOf" srcId="{AE0FEAA6-BDA6-4822-96E1-D63055C5CABA}" destId="{C221BEE9-6033-4D13-A33B-60E688021996}" srcOrd="9" destOrd="0" presId="urn:microsoft.com/office/officeart/2005/8/layout/orgChart1"/>
    <dgm:cxn modelId="{FE98F604-9F19-4D69-A12E-270EAC3130E9}" type="presParOf" srcId="{C221BEE9-6033-4D13-A33B-60E688021996}" destId="{691283C7-D506-4D0D-B8CB-6E99A03A99C5}" srcOrd="0" destOrd="0" presId="urn:microsoft.com/office/officeart/2005/8/layout/orgChart1"/>
    <dgm:cxn modelId="{2C217547-DAB5-448E-9C58-C3C5B3AD39CE}" type="presParOf" srcId="{691283C7-D506-4D0D-B8CB-6E99A03A99C5}" destId="{087E224B-A398-427C-8611-2036EBC80A79}" srcOrd="0" destOrd="0" presId="urn:microsoft.com/office/officeart/2005/8/layout/orgChart1"/>
    <dgm:cxn modelId="{9106AEB5-4474-4A90-B8F3-A54F75747B39}" type="presParOf" srcId="{691283C7-D506-4D0D-B8CB-6E99A03A99C5}" destId="{9586C050-8DD7-40CE-80B1-90C7E14D345F}" srcOrd="1" destOrd="0" presId="urn:microsoft.com/office/officeart/2005/8/layout/orgChart1"/>
    <dgm:cxn modelId="{9DDA95FF-AE02-4327-B331-79F9A31D5B99}" type="presParOf" srcId="{C221BEE9-6033-4D13-A33B-60E688021996}" destId="{6894BD5D-625E-4C1E-B1AA-DBC13E90E2D8}" srcOrd="1" destOrd="0" presId="urn:microsoft.com/office/officeart/2005/8/layout/orgChart1"/>
    <dgm:cxn modelId="{8C36A235-5A4F-4C37-91FD-11EF951B492B}" type="presParOf" srcId="{C221BEE9-6033-4D13-A33B-60E688021996}" destId="{1735BD12-9CC4-4152-9BD4-E84FCBA05153}" srcOrd="2" destOrd="0" presId="urn:microsoft.com/office/officeart/2005/8/layout/orgChart1"/>
    <dgm:cxn modelId="{2DDDB318-ED2A-449E-B793-37F6D23E66D8}" type="presParOf" srcId="{AF101BF2-A486-4639-94C6-F4D268A57F8A}" destId="{91A56C16-3F79-49CB-8873-F7CD114E6A2E}" srcOrd="2" destOrd="0" presId="urn:microsoft.com/office/officeart/2005/8/layout/orgChart1"/>
    <dgm:cxn modelId="{F7BB37DB-06B3-4476-BDFB-CC214E1CA985}" type="presParOf" srcId="{533F4A3E-DDBD-4A7E-B210-379E98503DBA}" destId="{54BC341C-F60E-4AFA-BB07-E5833FD1869F}" srcOrd="4" destOrd="0" presId="urn:microsoft.com/office/officeart/2005/8/layout/orgChart1"/>
    <dgm:cxn modelId="{DEDB4992-1D60-4EC9-921D-580A4163A4BB}" type="presParOf" srcId="{533F4A3E-DDBD-4A7E-B210-379E98503DBA}" destId="{5A41D30E-6AAF-4BF5-BB23-7A30BD2272F8}" srcOrd="5" destOrd="0" presId="urn:microsoft.com/office/officeart/2005/8/layout/orgChart1"/>
    <dgm:cxn modelId="{55F128D9-1F47-4AD0-AC3F-9DD171CC4947}" type="presParOf" srcId="{5A41D30E-6AAF-4BF5-BB23-7A30BD2272F8}" destId="{A9CA3A8D-CD6F-4084-91B4-155C1CD5F8EB}" srcOrd="0" destOrd="0" presId="urn:microsoft.com/office/officeart/2005/8/layout/orgChart1"/>
    <dgm:cxn modelId="{CEA31522-8748-42C4-ACE9-888598F89054}" type="presParOf" srcId="{A9CA3A8D-CD6F-4084-91B4-155C1CD5F8EB}" destId="{5D17305F-28E2-43C5-8E46-3198CD2466EB}" srcOrd="0" destOrd="0" presId="urn:microsoft.com/office/officeart/2005/8/layout/orgChart1"/>
    <dgm:cxn modelId="{D82BA071-00F8-4663-BBAC-9B95EA4F29D6}" type="presParOf" srcId="{A9CA3A8D-CD6F-4084-91B4-155C1CD5F8EB}" destId="{6A85B2BD-99D4-40BA-BBFF-592579CF9BD8}" srcOrd="1" destOrd="0" presId="urn:microsoft.com/office/officeart/2005/8/layout/orgChart1"/>
    <dgm:cxn modelId="{73139944-04E5-41B0-A6E6-C89FD029C8AC}" type="presParOf" srcId="{5A41D30E-6AAF-4BF5-BB23-7A30BD2272F8}" destId="{D5B11823-80D4-4E7C-B577-3F3285437D17}" srcOrd="1" destOrd="0" presId="urn:microsoft.com/office/officeart/2005/8/layout/orgChart1"/>
    <dgm:cxn modelId="{AFBC6C3E-D11B-423C-BC30-FF5189B6DAC3}" type="presParOf" srcId="{D5B11823-80D4-4E7C-B577-3F3285437D17}" destId="{F59B40FF-8F38-4906-A6EC-45A1F3089281}" srcOrd="0" destOrd="0" presId="urn:microsoft.com/office/officeart/2005/8/layout/orgChart1"/>
    <dgm:cxn modelId="{56E9EA21-F361-41BB-9D2E-8FBA99B71961}" type="presParOf" srcId="{D5B11823-80D4-4E7C-B577-3F3285437D17}" destId="{21B7ACBF-2859-4B8C-B534-A08DEA9DDE54}" srcOrd="1" destOrd="0" presId="urn:microsoft.com/office/officeart/2005/8/layout/orgChart1"/>
    <dgm:cxn modelId="{B8CA3726-A50D-4FE2-BE5F-1EF3AABAE431}" type="presParOf" srcId="{21B7ACBF-2859-4B8C-B534-A08DEA9DDE54}" destId="{01B2450E-B38B-45C9-8040-AB7C66264255}" srcOrd="0" destOrd="0" presId="urn:microsoft.com/office/officeart/2005/8/layout/orgChart1"/>
    <dgm:cxn modelId="{B37A48F0-E898-4A5A-BC55-407C76589FB4}" type="presParOf" srcId="{01B2450E-B38B-45C9-8040-AB7C66264255}" destId="{8D2494EF-4A05-481F-829D-282BFED845EB}" srcOrd="0" destOrd="0" presId="urn:microsoft.com/office/officeart/2005/8/layout/orgChart1"/>
    <dgm:cxn modelId="{CA4C9EA5-B5B0-4F82-99CC-0EE7B2D631A4}" type="presParOf" srcId="{01B2450E-B38B-45C9-8040-AB7C66264255}" destId="{E55B9015-6220-4A74-8838-F6D6470E76D3}" srcOrd="1" destOrd="0" presId="urn:microsoft.com/office/officeart/2005/8/layout/orgChart1"/>
    <dgm:cxn modelId="{D917ED83-20C5-4981-BE7C-B9D9F159061B}" type="presParOf" srcId="{21B7ACBF-2859-4B8C-B534-A08DEA9DDE54}" destId="{7F50B6F3-4C30-40BF-877D-DD78AD14030E}" srcOrd="1" destOrd="0" presId="urn:microsoft.com/office/officeart/2005/8/layout/orgChart1"/>
    <dgm:cxn modelId="{ABD8E6CC-3B9D-4E22-90E1-E49739527FB0}" type="presParOf" srcId="{21B7ACBF-2859-4B8C-B534-A08DEA9DDE54}" destId="{1E5EE75D-D756-480B-AF03-0F2F124D0ECB}" srcOrd="2" destOrd="0" presId="urn:microsoft.com/office/officeart/2005/8/layout/orgChart1"/>
    <dgm:cxn modelId="{527E592C-DCD2-41FE-A27D-8860306A2886}" type="presParOf" srcId="{D5B11823-80D4-4E7C-B577-3F3285437D17}" destId="{8DEE5AF9-03E9-441E-8CEF-4B2C72093086}" srcOrd="2" destOrd="0" presId="urn:microsoft.com/office/officeart/2005/8/layout/orgChart1"/>
    <dgm:cxn modelId="{BE94DB97-30F8-4D03-86FA-A65793B48EC1}" type="presParOf" srcId="{D5B11823-80D4-4E7C-B577-3F3285437D17}" destId="{308BCEEC-F3CA-4D70-B1CB-0003DC0E8C09}" srcOrd="3" destOrd="0" presId="urn:microsoft.com/office/officeart/2005/8/layout/orgChart1"/>
    <dgm:cxn modelId="{DC73048A-FCA5-4A77-9063-762B38242274}" type="presParOf" srcId="{308BCEEC-F3CA-4D70-B1CB-0003DC0E8C09}" destId="{BE0FA8A2-F857-4A59-A647-E5DAC42B7B7C}" srcOrd="0" destOrd="0" presId="urn:microsoft.com/office/officeart/2005/8/layout/orgChart1"/>
    <dgm:cxn modelId="{13BDD84D-F9C0-4E50-AAB4-DDC1AEC1AF00}" type="presParOf" srcId="{BE0FA8A2-F857-4A59-A647-E5DAC42B7B7C}" destId="{EE42560F-66FD-483D-B26B-42D77AD2E943}" srcOrd="0" destOrd="0" presId="urn:microsoft.com/office/officeart/2005/8/layout/orgChart1"/>
    <dgm:cxn modelId="{E13CE3A7-BC69-4113-BFA5-4E671DE68B5F}" type="presParOf" srcId="{BE0FA8A2-F857-4A59-A647-E5DAC42B7B7C}" destId="{DE65092C-F43C-44AD-9B57-87A113BC9144}" srcOrd="1" destOrd="0" presId="urn:microsoft.com/office/officeart/2005/8/layout/orgChart1"/>
    <dgm:cxn modelId="{88A86DE3-5FBD-4400-ACF5-2DF8133CAC6A}" type="presParOf" srcId="{308BCEEC-F3CA-4D70-B1CB-0003DC0E8C09}" destId="{73AEF038-4F10-4E74-88C6-38598AF50BF3}" srcOrd="1" destOrd="0" presId="urn:microsoft.com/office/officeart/2005/8/layout/orgChart1"/>
    <dgm:cxn modelId="{5A7009BB-53AF-4B98-BCBD-518DB5B7240E}" type="presParOf" srcId="{308BCEEC-F3CA-4D70-B1CB-0003DC0E8C09}" destId="{C503B1BF-355E-4373-BFEE-9A16BF880A09}" srcOrd="2" destOrd="0" presId="urn:microsoft.com/office/officeart/2005/8/layout/orgChart1"/>
    <dgm:cxn modelId="{8D5D5E50-6660-4C4A-AF96-C0A64DADC784}" type="presParOf" srcId="{D5B11823-80D4-4E7C-B577-3F3285437D17}" destId="{CE594070-62B7-4C9D-969B-C793FDE86962}" srcOrd="4" destOrd="0" presId="urn:microsoft.com/office/officeart/2005/8/layout/orgChart1"/>
    <dgm:cxn modelId="{06EF6A1E-1B07-4057-8DA5-C0A3EC599AD2}" type="presParOf" srcId="{D5B11823-80D4-4E7C-B577-3F3285437D17}" destId="{98646A99-F056-4575-8A8A-55EB2EF50C99}" srcOrd="5" destOrd="0" presId="urn:microsoft.com/office/officeart/2005/8/layout/orgChart1"/>
    <dgm:cxn modelId="{27C3676D-3D28-4080-9494-C34780427116}" type="presParOf" srcId="{98646A99-F056-4575-8A8A-55EB2EF50C99}" destId="{7F57A775-8D27-4369-8470-354CA78DBAA9}" srcOrd="0" destOrd="0" presId="urn:microsoft.com/office/officeart/2005/8/layout/orgChart1"/>
    <dgm:cxn modelId="{9C46627E-2C4A-4BC1-BCA8-B1F417AA81B2}" type="presParOf" srcId="{7F57A775-8D27-4369-8470-354CA78DBAA9}" destId="{FCC32402-96CA-4E39-B021-7E83D0EC38BD}" srcOrd="0" destOrd="0" presId="urn:microsoft.com/office/officeart/2005/8/layout/orgChart1"/>
    <dgm:cxn modelId="{AAA014D7-84A0-4F9A-8A97-4AD5AD213026}" type="presParOf" srcId="{7F57A775-8D27-4369-8470-354CA78DBAA9}" destId="{18B24CFB-1F9E-4517-90F3-617BC8C4D933}" srcOrd="1" destOrd="0" presId="urn:microsoft.com/office/officeart/2005/8/layout/orgChart1"/>
    <dgm:cxn modelId="{C4BB05FF-FD33-40E8-83FD-A9635F705103}" type="presParOf" srcId="{98646A99-F056-4575-8A8A-55EB2EF50C99}" destId="{C51611B1-8A41-4781-BF7E-9E860FB14316}" srcOrd="1" destOrd="0" presId="urn:microsoft.com/office/officeart/2005/8/layout/orgChart1"/>
    <dgm:cxn modelId="{9FA8049E-DE43-4F21-847A-A4EF5D529B9A}" type="presParOf" srcId="{98646A99-F056-4575-8A8A-55EB2EF50C99}" destId="{3675A58F-7283-4890-AFA2-571438189A48}" srcOrd="2" destOrd="0" presId="urn:microsoft.com/office/officeart/2005/8/layout/orgChart1"/>
    <dgm:cxn modelId="{C60371D2-8BCD-416F-A7E3-73E950DD5DE0}" type="presParOf" srcId="{5A41D30E-6AAF-4BF5-BB23-7A30BD2272F8}" destId="{00F86C3F-9DD5-4473-A401-345BA6583E38}" srcOrd="2" destOrd="0" presId="urn:microsoft.com/office/officeart/2005/8/layout/orgChart1"/>
    <dgm:cxn modelId="{E00C1A86-A823-43C0-A2B8-1F311CDF0607}" type="presParOf" srcId="{533F4A3E-DDBD-4A7E-B210-379E98503DBA}" destId="{A0078831-84BA-4879-904E-E99EC20E95F2}" srcOrd="6" destOrd="0" presId="urn:microsoft.com/office/officeart/2005/8/layout/orgChart1"/>
    <dgm:cxn modelId="{7EB78412-D298-4627-9038-AF714157FEF6}" type="presParOf" srcId="{533F4A3E-DDBD-4A7E-B210-379E98503DBA}" destId="{5B779865-45DC-41F7-8E5B-404BC7CE4E5E}" srcOrd="7" destOrd="0" presId="urn:microsoft.com/office/officeart/2005/8/layout/orgChart1"/>
    <dgm:cxn modelId="{6823EA95-CC70-420C-9403-7234754BF836}" type="presParOf" srcId="{5B779865-45DC-41F7-8E5B-404BC7CE4E5E}" destId="{A9D6540B-FB20-4A5E-A065-F7E14F1F3651}" srcOrd="0" destOrd="0" presId="urn:microsoft.com/office/officeart/2005/8/layout/orgChart1"/>
    <dgm:cxn modelId="{9F63DF41-03DF-44C9-82F1-22BF2A21E63D}" type="presParOf" srcId="{A9D6540B-FB20-4A5E-A065-F7E14F1F3651}" destId="{C0D71A55-7869-4435-ACD9-DB726F2FEE85}" srcOrd="0" destOrd="0" presId="urn:microsoft.com/office/officeart/2005/8/layout/orgChart1"/>
    <dgm:cxn modelId="{51C67E14-FF00-4995-B7C5-916ACEB19F09}" type="presParOf" srcId="{A9D6540B-FB20-4A5E-A065-F7E14F1F3651}" destId="{C395F177-B594-43A4-AB20-B5607C53EFEA}" srcOrd="1" destOrd="0" presId="urn:microsoft.com/office/officeart/2005/8/layout/orgChart1"/>
    <dgm:cxn modelId="{2DAAC350-0841-4A13-99F4-0BB49A2D8594}" type="presParOf" srcId="{5B779865-45DC-41F7-8E5B-404BC7CE4E5E}" destId="{5310E172-C652-4C7F-AC36-EF46C6BBE538}" srcOrd="1" destOrd="0" presId="urn:microsoft.com/office/officeart/2005/8/layout/orgChart1"/>
    <dgm:cxn modelId="{EE217F30-BB50-4066-89D5-CC764694A391}" type="presParOf" srcId="{5310E172-C652-4C7F-AC36-EF46C6BBE538}" destId="{EAE011C1-EE66-46AE-8F39-6BAAC27564D3}" srcOrd="0" destOrd="0" presId="urn:microsoft.com/office/officeart/2005/8/layout/orgChart1"/>
    <dgm:cxn modelId="{014EA7F9-3073-4416-9600-D65CF61A643B}" type="presParOf" srcId="{5310E172-C652-4C7F-AC36-EF46C6BBE538}" destId="{9F865B67-8182-4356-B11A-015202B80A09}" srcOrd="1" destOrd="0" presId="urn:microsoft.com/office/officeart/2005/8/layout/orgChart1"/>
    <dgm:cxn modelId="{2A2A2065-E6AA-4931-8194-562D15306A58}" type="presParOf" srcId="{9F865B67-8182-4356-B11A-015202B80A09}" destId="{F6CBDBAD-7532-4D5F-B0C3-3380C47BCA53}" srcOrd="0" destOrd="0" presId="urn:microsoft.com/office/officeart/2005/8/layout/orgChart1"/>
    <dgm:cxn modelId="{6BE8DC9D-81EF-48CD-BFB1-10BE36BFF493}" type="presParOf" srcId="{F6CBDBAD-7532-4D5F-B0C3-3380C47BCA53}" destId="{EBBC9B04-BA39-4EAB-953E-EC45C9928566}" srcOrd="0" destOrd="0" presId="urn:microsoft.com/office/officeart/2005/8/layout/orgChart1"/>
    <dgm:cxn modelId="{3DF58381-DD0D-4664-8EA6-624D77A2898D}" type="presParOf" srcId="{F6CBDBAD-7532-4D5F-B0C3-3380C47BCA53}" destId="{D900E9F8-D294-4CA3-9925-D2955F522A70}" srcOrd="1" destOrd="0" presId="urn:microsoft.com/office/officeart/2005/8/layout/orgChart1"/>
    <dgm:cxn modelId="{08F4F267-4AF9-428E-B372-17FF7F499B52}" type="presParOf" srcId="{9F865B67-8182-4356-B11A-015202B80A09}" destId="{64F982CE-BB84-4A70-9AF7-B9CFA700C622}" srcOrd="1" destOrd="0" presId="urn:microsoft.com/office/officeart/2005/8/layout/orgChart1"/>
    <dgm:cxn modelId="{538B6411-22E1-4BBC-B37E-294299441E38}" type="presParOf" srcId="{9F865B67-8182-4356-B11A-015202B80A09}" destId="{CA2903D9-520C-4528-A7DD-AB92A7C0E2DD}" srcOrd="2" destOrd="0" presId="urn:microsoft.com/office/officeart/2005/8/layout/orgChart1"/>
    <dgm:cxn modelId="{9586ABF0-540D-4B9F-9C6A-A03E8C04D799}" type="presParOf" srcId="{5310E172-C652-4C7F-AC36-EF46C6BBE538}" destId="{13490E59-E554-4E9A-BABF-61A2BA9405B9}" srcOrd="2" destOrd="0" presId="urn:microsoft.com/office/officeart/2005/8/layout/orgChart1"/>
    <dgm:cxn modelId="{C90F9FEC-57EA-4F51-A474-E05EB6FD7055}" type="presParOf" srcId="{5310E172-C652-4C7F-AC36-EF46C6BBE538}" destId="{878045B9-184B-42B4-8247-F97E7B694593}" srcOrd="3" destOrd="0" presId="urn:microsoft.com/office/officeart/2005/8/layout/orgChart1"/>
    <dgm:cxn modelId="{BC5DC58A-488D-4DCE-A77F-0851DE282326}" type="presParOf" srcId="{878045B9-184B-42B4-8247-F97E7B694593}" destId="{99422ACB-CF7D-4A48-B3F6-771B0B76A360}" srcOrd="0" destOrd="0" presId="urn:microsoft.com/office/officeart/2005/8/layout/orgChart1"/>
    <dgm:cxn modelId="{0C10F332-A04C-46C5-8624-F8C559004324}" type="presParOf" srcId="{99422ACB-CF7D-4A48-B3F6-771B0B76A360}" destId="{120DD5B0-6644-4ECE-AF4D-8281755C08F1}" srcOrd="0" destOrd="0" presId="urn:microsoft.com/office/officeart/2005/8/layout/orgChart1"/>
    <dgm:cxn modelId="{7A289D8E-35A3-42EE-8FCB-5C014D6304F3}" type="presParOf" srcId="{99422ACB-CF7D-4A48-B3F6-771B0B76A360}" destId="{4B9CACE4-F50B-493D-BE5F-9F664BE05BCB}" srcOrd="1" destOrd="0" presId="urn:microsoft.com/office/officeart/2005/8/layout/orgChart1"/>
    <dgm:cxn modelId="{3B3C37A9-ED22-4858-BB61-602F15DCD35F}" type="presParOf" srcId="{878045B9-184B-42B4-8247-F97E7B694593}" destId="{B13FE992-AD14-4EFD-B297-0FB24874389C}" srcOrd="1" destOrd="0" presId="urn:microsoft.com/office/officeart/2005/8/layout/orgChart1"/>
    <dgm:cxn modelId="{4F7C6E6F-D712-47B6-A00E-5CDBA7469E67}" type="presParOf" srcId="{878045B9-184B-42B4-8247-F97E7B694593}" destId="{C699B449-8B8E-4FB0-973C-71C295751C75}" srcOrd="2" destOrd="0" presId="urn:microsoft.com/office/officeart/2005/8/layout/orgChart1"/>
    <dgm:cxn modelId="{AA864528-6A9E-4F0F-BA3F-589FB4F451BA}" type="presParOf" srcId="{5310E172-C652-4C7F-AC36-EF46C6BBE538}" destId="{219F4AFA-927D-4032-BF8A-D8FA5F1F37D9}" srcOrd="4" destOrd="0" presId="urn:microsoft.com/office/officeart/2005/8/layout/orgChart1"/>
    <dgm:cxn modelId="{CC7B6F81-D6A9-44AD-BEC8-720111727A48}" type="presParOf" srcId="{5310E172-C652-4C7F-AC36-EF46C6BBE538}" destId="{F9725778-B1D3-4FB5-A27D-F88A6313EB59}" srcOrd="5" destOrd="0" presId="urn:microsoft.com/office/officeart/2005/8/layout/orgChart1"/>
    <dgm:cxn modelId="{09D36EC1-06CC-4722-93D1-16807734AF54}" type="presParOf" srcId="{F9725778-B1D3-4FB5-A27D-F88A6313EB59}" destId="{7905B4E9-F22D-4AE0-AF77-E19196FE151B}" srcOrd="0" destOrd="0" presId="urn:microsoft.com/office/officeart/2005/8/layout/orgChart1"/>
    <dgm:cxn modelId="{2B964B65-2F50-4165-8B8C-666DF6C55B99}" type="presParOf" srcId="{7905B4E9-F22D-4AE0-AF77-E19196FE151B}" destId="{A52C74BC-8080-44A7-ADFB-8A1881AF1BD8}" srcOrd="0" destOrd="0" presId="urn:microsoft.com/office/officeart/2005/8/layout/orgChart1"/>
    <dgm:cxn modelId="{9D522880-6A0D-4C30-BD1C-A8209D39F79B}" type="presParOf" srcId="{7905B4E9-F22D-4AE0-AF77-E19196FE151B}" destId="{97631838-117E-479C-A68E-D2E6EFA8F267}" srcOrd="1" destOrd="0" presId="urn:microsoft.com/office/officeart/2005/8/layout/orgChart1"/>
    <dgm:cxn modelId="{0F26265C-17E9-4549-AD6B-5E55049A89DB}" type="presParOf" srcId="{F9725778-B1D3-4FB5-A27D-F88A6313EB59}" destId="{5C81082C-ACCF-4C39-A33A-A5110D155A50}" srcOrd="1" destOrd="0" presId="urn:microsoft.com/office/officeart/2005/8/layout/orgChart1"/>
    <dgm:cxn modelId="{6932DD2C-D574-4211-BEE6-651A25A8A363}" type="presParOf" srcId="{F9725778-B1D3-4FB5-A27D-F88A6313EB59}" destId="{810D104C-3818-4AB7-9F06-02332629F0B7}" srcOrd="2" destOrd="0" presId="urn:microsoft.com/office/officeart/2005/8/layout/orgChart1"/>
    <dgm:cxn modelId="{F162C157-4696-4248-832D-17A199EE0E0D}" type="presParOf" srcId="{5B779865-45DC-41F7-8E5B-404BC7CE4E5E}" destId="{726306A6-9D5B-4616-9210-9E21F01B485F}" srcOrd="2" destOrd="0" presId="urn:microsoft.com/office/officeart/2005/8/layout/orgChart1"/>
    <dgm:cxn modelId="{02E09AB0-FBBF-4479-B804-35B8C9AC05AD}" type="presParOf" srcId="{533F4A3E-DDBD-4A7E-B210-379E98503DBA}" destId="{3B002C06-9E12-453C-95F2-29A8F1A73AC9}" srcOrd="8" destOrd="0" presId="urn:microsoft.com/office/officeart/2005/8/layout/orgChart1"/>
    <dgm:cxn modelId="{04A9FEB1-8D67-458B-BC79-7F361A1033D6}" type="presParOf" srcId="{533F4A3E-DDBD-4A7E-B210-379E98503DBA}" destId="{31D86D87-6B2B-4613-BAEB-143B01124F74}" srcOrd="9" destOrd="0" presId="urn:microsoft.com/office/officeart/2005/8/layout/orgChart1"/>
    <dgm:cxn modelId="{F3ED1CB3-BB5F-46B5-A394-8254A70EDE97}" type="presParOf" srcId="{31D86D87-6B2B-4613-BAEB-143B01124F74}" destId="{255EE425-6F31-446C-8D5F-92B73E0FE58D}" srcOrd="0" destOrd="0" presId="urn:microsoft.com/office/officeart/2005/8/layout/orgChart1"/>
    <dgm:cxn modelId="{2DAC81C3-3372-4229-95F8-669AE66644E8}" type="presParOf" srcId="{255EE425-6F31-446C-8D5F-92B73E0FE58D}" destId="{198B5C92-2FA6-40CA-AAC9-1FCE5FE94D01}" srcOrd="0" destOrd="0" presId="urn:microsoft.com/office/officeart/2005/8/layout/orgChart1"/>
    <dgm:cxn modelId="{3193A2E6-CC3B-401D-AB07-4DCE14DA77BA}" type="presParOf" srcId="{255EE425-6F31-446C-8D5F-92B73E0FE58D}" destId="{C021AC09-38E7-400E-9BCB-664B1C1E11F7}" srcOrd="1" destOrd="0" presId="urn:microsoft.com/office/officeart/2005/8/layout/orgChart1"/>
    <dgm:cxn modelId="{E6C217AF-5D07-446D-A01E-0DCCF381D5ED}" type="presParOf" srcId="{31D86D87-6B2B-4613-BAEB-143B01124F74}" destId="{5DBC9F7F-00A1-422E-BEC4-5E08DBA04D14}" srcOrd="1" destOrd="0" presId="urn:microsoft.com/office/officeart/2005/8/layout/orgChart1"/>
    <dgm:cxn modelId="{E2506DEE-A7C4-4CA3-A90C-9E4D6647BBE7}" type="presParOf" srcId="{5DBC9F7F-00A1-422E-BEC4-5E08DBA04D14}" destId="{125A6555-9981-49BA-BA05-81EFE05A59A1}" srcOrd="0" destOrd="0" presId="urn:microsoft.com/office/officeart/2005/8/layout/orgChart1"/>
    <dgm:cxn modelId="{4E750CE1-9041-4FA3-A729-2B5EB5E74B96}" type="presParOf" srcId="{5DBC9F7F-00A1-422E-BEC4-5E08DBA04D14}" destId="{1B7501E4-ADE2-4311-AF20-C818A751A533}" srcOrd="1" destOrd="0" presId="urn:microsoft.com/office/officeart/2005/8/layout/orgChart1"/>
    <dgm:cxn modelId="{97F5D3BE-0611-43AC-9E22-57CF9A7F5160}" type="presParOf" srcId="{1B7501E4-ADE2-4311-AF20-C818A751A533}" destId="{839A00E1-F291-4AFF-A839-6F26E5BFBEE5}" srcOrd="0" destOrd="0" presId="urn:microsoft.com/office/officeart/2005/8/layout/orgChart1"/>
    <dgm:cxn modelId="{6B8EB6A9-A109-43DF-B5DF-70F29D525DAD}" type="presParOf" srcId="{839A00E1-F291-4AFF-A839-6F26E5BFBEE5}" destId="{09C6A649-DD88-4465-97AE-792C4BECC6E0}" srcOrd="0" destOrd="0" presId="urn:microsoft.com/office/officeart/2005/8/layout/orgChart1"/>
    <dgm:cxn modelId="{44C0F4A8-CD7C-4A75-82A9-A218A6FA9A46}" type="presParOf" srcId="{839A00E1-F291-4AFF-A839-6F26E5BFBEE5}" destId="{27E5F92F-5FCF-43A4-A877-4C9401DE60F9}" srcOrd="1" destOrd="0" presId="urn:microsoft.com/office/officeart/2005/8/layout/orgChart1"/>
    <dgm:cxn modelId="{8BE26F9E-9770-4D59-8526-D2533659F0A8}" type="presParOf" srcId="{1B7501E4-ADE2-4311-AF20-C818A751A533}" destId="{14A47608-E638-4C53-961A-145A7E580C5E}" srcOrd="1" destOrd="0" presId="urn:microsoft.com/office/officeart/2005/8/layout/orgChart1"/>
    <dgm:cxn modelId="{C5A13B06-5032-4FC3-AD3F-CB1086B75622}" type="presParOf" srcId="{1B7501E4-ADE2-4311-AF20-C818A751A533}" destId="{1653FFEE-1277-4597-B281-4F3328350C1F}" srcOrd="2" destOrd="0" presId="urn:microsoft.com/office/officeart/2005/8/layout/orgChart1"/>
    <dgm:cxn modelId="{09223D7B-316D-466F-9533-938DF9932838}" type="presParOf" srcId="{5DBC9F7F-00A1-422E-BEC4-5E08DBA04D14}" destId="{77D7832B-9694-43FD-ADBA-B4915119635E}" srcOrd="2" destOrd="0" presId="urn:microsoft.com/office/officeart/2005/8/layout/orgChart1"/>
    <dgm:cxn modelId="{FD7E6577-7CDD-4B22-9265-9B094CDF777A}" type="presParOf" srcId="{5DBC9F7F-00A1-422E-BEC4-5E08DBA04D14}" destId="{68067848-4BDA-4A15-9103-519C66248EB1}" srcOrd="3" destOrd="0" presId="urn:microsoft.com/office/officeart/2005/8/layout/orgChart1"/>
    <dgm:cxn modelId="{DFFAD7E4-63E1-4F3D-8A3F-FAE49560A6AA}" type="presParOf" srcId="{68067848-4BDA-4A15-9103-519C66248EB1}" destId="{B8553D71-9184-40F1-A0B8-AC824A5CA036}" srcOrd="0" destOrd="0" presId="urn:microsoft.com/office/officeart/2005/8/layout/orgChart1"/>
    <dgm:cxn modelId="{E3313C14-948A-428F-8A00-07544E5CB761}" type="presParOf" srcId="{B8553D71-9184-40F1-A0B8-AC824A5CA036}" destId="{FCAF0A72-F612-4B8A-A0E3-C30D88698F0D}" srcOrd="0" destOrd="0" presId="urn:microsoft.com/office/officeart/2005/8/layout/orgChart1"/>
    <dgm:cxn modelId="{EC6852C7-A781-4420-AE92-2E53C53A004F}" type="presParOf" srcId="{B8553D71-9184-40F1-A0B8-AC824A5CA036}" destId="{DB4DB35F-8948-4113-935E-8A7C008CC505}" srcOrd="1" destOrd="0" presId="urn:microsoft.com/office/officeart/2005/8/layout/orgChart1"/>
    <dgm:cxn modelId="{D99408F6-FB5A-4587-8E07-352E0AB9ED6F}" type="presParOf" srcId="{68067848-4BDA-4A15-9103-519C66248EB1}" destId="{0B664D31-6154-4522-9EB3-EB837276522B}" srcOrd="1" destOrd="0" presId="urn:microsoft.com/office/officeart/2005/8/layout/orgChart1"/>
    <dgm:cxn modelId="{4ED827C7-1E47-41C5-997D-1DAB3413601D}" type="presParOf" srcId="{68067848-4BDA-4A15-9103-519C66248EB1}" destId="{04D99497-211D-4D53-BD45-C85297196AFB}" srcOrd="2" destOrd="0" presId="urn:microsoft.com/office/officeart/2005/8/layout/orgChart1"/>
    <dgm:cxn modelId="{0C12F7AB-EB9B-4E26-85DC-64AA7EEBB8E2}" type="presParOf" srcId="{31D86D87-6B2B-4613-BAEB-143B01124F74}" destId="{7AE77B52-B0C8-4558-B454-E853FE2DBF92}" srcOrd="2" destOrd="0" presId="urn:microsoft.com/office/officeart/2005/8/layout/orgChart1"/>
    <dgm:cxn modelId="{810D1415-A46E-4CF1-8B2C-8CA020852E5B}" type="presParOf" srcId="{533F4A3E-DDBD-4A7E-B210-379E98503DBA}" destId="{90047AEB-6F0C-47BD-9EA9-B80A094ED387}" srcOrd="10" destOrd="0" presId="urn:microsoft.com/office/officeart/2005/8/layout/orgChart1"/>
    <dgm:cxn modelId="{D68FE89B-8EBA-43A6-BF7D-3EA952351545}" type="presParOf" srcId="{533F4A3E-DDBD-4A7E-B210-379E98503DBA}" destId="{937DB4B5-3105-4F81-9E3C-CAA847FC705B}" srcOrd="11" destOrd="0" presId="urn:microsoft.com/office/officeart/2005/8/layout/orgChart1"/>
    <dgm:cxn modelId="{04ADEC7F-5DC3-4EA1-A5A3-85877D985996}" type="presParOf" srcId="{937DB4B5-3105-4F81-9E3C-CAA847FC705B}" destId="{37262272-CB9E-47E6-8518-7BE12CD09A50}" srcOrd="0" destOrd="0" presId="urn:microsoft.com/office/officeart/2005/8/layout/orgChart1"/>
    <dgm:cxn modelId="{0F525021-0359-4A69-BF04-0BD74E8509C7}" type="presParOf" srcId="{37262272-CB9E-47E6-8518-7BE12CD09A50}" destId="{E712EB8F-800D-4587-8426-49D3427BA8E8}" srcOrd="0" destOrd="0" presId="urn:microsoft.com/office/officeart/2005/8/layout/orgChart1"/>
    <dgm:cxn modelId="{2306E044-DE60-42BF-90DF-C2BA7CD7D442}" type="presParOf" srcId="{37262272-CB9E-47E6-8518-7BE12CD09A50}" destId="{BDAAE6CC-DF68-409E-841D-23F13D1401D0}" srcOrd="1" destOrd="0" presId="urn:microsoft.com/office/officeart/2005/8/layout/orgChart1"/>
    <dgm:cxn modelId="{8336B67D-12C8-4328-B353-222FF6079EC0}" type="presParOf" srcId="{937DB4B5-3105-4F81-9E3C-CAA847FC705B}" destId="{690C4364-633B-476E-A21D-9A79B19747B5}" srcOrd="1" destOrd="0" presId="urn:microsoft.com/office/officeart/2005/8/layout/orgChart1"/>
    <dgm:cxn modelId="{9AA2E4A9-68BF-43FB-A2DD-0EBAF92E44EC}" type="presParOf" srcId="{690C4364-633B-476E-A21D-9A79B19747B5}" destId="{68833E97-95D8-4EB5-82CF-B1198B61EB90}" srcOrd="0" destOrd="0" presId="urn:microsoft.com/office/officeart/2005/8/layout/orgChart1"/>
    <dgm:cxn modelId="{87EDE85F-D249-49E8-8B34-BD87EDF9E45D}" type="presParOf" srcId="{690C4364-633B-476E-A21D-9A79B19747B5}" destId="{E75607C9-D54C-4AB6-B0EB-6C815DACA3FA}" srcOrd="1" destOrd="0" presId="urn:microsoft.com/office/officeart/2005/8/layout/orgChart1"/>
    <dgm:cxn modelId="{33E3247A-D76F-433D-A540-66E5616DC6B5}" type="presParOf" srcId="{E75607C9-D54C-4AB6-B0EB-6C815DACA3FA}" destId="{F14D15E1-6F7C-4C71-BEA8-10E2DB00F507}" srcOrd="0" destOrd="0" presId="urn:microsoft.com/office/officeart/2005/8/layout/orgChart1"/>
    <dgm:cxn modelId="{4E8F72E2-2B6C-465C-A123-348D1338805B}" type="presParOf" srcId="{F14D15E1-6F7C-4C71-BEA8-10E2DB00F507}" destId="{8B20C759-187D-4DF9-BAE2-7EB0C34725F4}" srcOrd="0" destOrd="0" presId="urn:microsoft.com/office/officeart/2005/8/layout/orgChart1"/>
    <dgm:cxn modelId="{562DC0E3-E721-474C-9CBD-FD075036E8FC}" type="presParOf" srcId="{F14D15E1-6F7C-4C71-BEA8-10E2DB00F507}" destId="{AE2360B2-5125-4C62-B868-ADE399DF24F8}" srcOrd="1" destOrd="0" presId="urn:microsoft.com/office/officeart/2005/8/layout/orgChart1"/>
    <dgm:cxn modelId="{E80716FD-1555-4904-9F40-F17FDBE91F00}" type="presParOf" srcId="{E75607C9-D54C-4AB6-B0EB-6C815DACA3FA}" destId="{D8DF5F22-A6AB-455D-B0DF-FAD6B6E15C9D}" srcOrd="1" destOrd="0" presId="urn:microsoft.com/office/officeart/2005/8/layout/orgChart1"/>
    <dgm:cxn modelId="{EFBEBB56-2EFF-49CE-9275-16E1FEEE5C1B}" type="presParOf" srcId="{E75607C9-D54C-4AB6-B0EB-6C815DACA3FA}" destId="{8CE0200E-A826-4160-9614-C890FAF84637}" srcOrd="2" destOrd="0" presId="urn:microsoft.com/office/officeart/2005/8/layout/orgChart1"/>
    <dgm:cxn modelId="{DEF807E0-9BDF-4392-9E1F-5A66387C81C0}" type="presParOf" srcId="{690C4364-633B-476E-A21D-9A79B19747B5}" destId="{78E0352D-5645-4AD8-ABB7-8152CEDC8093}" srcOrd="2" destOrd="0" presId="urn:microsoft.com/office/officeart/2005/8/layout/orgChart1"/>
    <dgm:cxn modelId="{27BD7E44-9945-443C-9E2D-2D66DFC30886}" type="presParOf" srcId="{690C4364-633B-476E-A21D-9A79B19747B5}" destId="{FF3FED96-D9DB-447F-AD90-5B89DBBC54A6}" srcOrd="3" destOrd="0" presId="urn:microsoft.com/office/officeart/2005/8/layout/orgChart1"/>
    <dgm:cxn modelId="{B678E75C-7759-4E73-A35F-A5A4A843BD34}" type="presParOf" srcId="{FF3FED96-D9DB-447F-AD90-5B89DBBC54A6}" destId="{6B01033D-5913-4E05-991F-0FFB53C3F70D}" srcOrd="0" destOrd="0" presId="urn:microsoft.com/office/officeart/2005/8/layout/orgChart1"/>
    <dgm:cxn modelId="{B2EAC3A4-DAD7-4A3F-8930-C5829CA33A93}" type="presParOf" srcId="{6B01033D-5913-4E05-991F-0FFB53C3F70D}" destId="{47A9D050-D0B7-436D-8FBD-E9A7C758068E}" srcOrd="0" destOrd="0" presId="urn:microsoft.com/office/officeart/2005/8/layout/orgChart1"/>
    <dgm:cxn modelId="{0D0DDDE1-122D-4CD3-A5E3-24BD846E8052}" type="presParOf" srcId="{6B01033D-5913-4E05-991F-0FFB53C3F70D}" destId="{431465CA-2854-43D2-83EB-B3CBA9960B37}" srcOrd="1" destOrd="0" presId="urn:microsoft.com/office/officeart/2005/8/layout/orgChart1"/>
    <dgm:cxn modelId="{4D331274-D1F4-43A4-8AA6-EB01C483B8C3}" type="presParOf" srcId="{FF3FED96-D9DB-447F-AD90-5B89DBBC54A6}" destId="{8615B878-0E91-4F7C-B330-6394CFC90615}" srcOrd="1" destOrd="0" presId="urn:microsoft.com/office/officeart/2005/8/layout/orgChart1"/>
    <dgm:cxn modelId="{B59EC80B-26CF-4D50-90BD-7968F7B76281}" type="presParOf" srcId="{FF3FED96-D9DB-447F-AD90-5B89DBBC54A6}" destId="{F23EBDBB-E71A-45D7-A682-95899598C19F}" srcOrd="2" destOrd="0" presId="urn:microsoft.com/office/officeart/2005/8/layout/orgChart1"/>
    <dgm:cxn modelId="{DFA75356-8891-4DA1-AF79-45B89FCE179B}" type="presParOf" srcId="{937DB4B5-3105-4F81-9E3C-CAA847FC705B}" destId="{F2C552F6-32F9-432A-B70E-499B31CF7604}" srcOrd="2" destOrd="0" presId="urn:microsoft.com/office/officeart/2005/8/layout/orgChart1"/>
    <dgm:cxn modelId="{E8DE4C61-9112-4FC7-A29C-53C2B7CFA0DC}" type="presParOf" srcId="{62088F44-0DBE-4B26-8EC1-345AB06C969C}" destId="{C66CAA03-D16D-4202-93FD-D3DDED43694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0352D-5645-4AD8-ABB7-8152CEDC8093}">
      <dsp:nvSpPr>
        <dsp:cNvPr id="0" name=""/>
        <dsp:cNvSpPr/>
      </dsp:nvSpPr>
      <dsp:spPr>
        <a:xfrm>
          <a:off x="8695575" y="1579991"/>
          <a:ext cx="211981" cy="1653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55"/>
              </a:lnTo>
              <a:lnTo>
                <a:pt x="211981" y="165345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33E97-95D8-4EB5-82CF-B1198B61EB90}">
      <dsp:nvSpPr>
        <dsp:cNvPr id="0" name=""/>
        <dsp:cNvSpPr/>
      </dsp:nvSpPr>
      <dsp:spPr>
        <a:xfrm>
          <a:off x="8695575" y="1579991"/>
          <a:ext cx="211981" cy="65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76"/>
              </a:lnTo>
              <a:lnTo>
                <a:pt x="211981" y="65007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047AEB-6F0C-47BD-9EA9-B80A094ED387}">
      <dsp:nvSpPr>
        <dsp:cNvPr id="0" name=""/>
        <dsp:cNvSpPr/>
      </dsp:nvSpPr>
      <dsp:spPr>
        <a:xfrm>
          <a:off x="4985898" y="576611"/>
          <a:ext cx="4274961" cy="296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387"/>
              </a:lnTo>
              <a:lnTo>
                <a:pt x="4274961" y="148387"/>
              </a:lnTo>
              <a:lnTo>
                <a:pt x="4274961" y="2967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D7832B-9694-43FD-ADBA-B4915119635E}">
      <dsp:nvSpPr>
        <dsp:cNvPr id="0" name=""/>
        <dsp:cNvSpPr/>
      </dsp:nvSpPr>
      <dsp:spPr>
        <a:xfrm>
          <a:off x="6985591" y="1579991"/>
          <a:ext cx="211981" cy="1653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55"/>
              </a:lnTo>
              <a:lnTo>
                <a:pt x="211981" y="165345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5A6555-9981-49BA-BA05-81EFE05A59A1}">
      <dsp:nvSpPr>
        <dsp:cNvPr id="0" name=""/>
        <dsp:cNvSpPr/>
      </dsp:nvSpPr>
      <dsp:spPr>
        <a:xfrm>
          <a:off x="6985591" y="1579991"/>
          <a:ext cx="211981" cy="65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76"/>
              </a:lnTo>
              <a:lnTo>
                <a:pt x="211981" y="65007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002C06-9E12-453C-95F2-29A8F1A73AC9}">
      <dsp:nvSpPr>
        <dsp:cNvPr id="0" name=""/>
        <dsp:cNvSpPr/>
      </dsp:nvSpPr>
      <dsp:spPr>
        <a:xfrm>
          <a:off x="4985898" y="576611"/>
          <a:ext cx="2564976" cy="296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387"/>
              </a:lnTo>
              <a:lnTo>
                <a:pt x="2564976" y="148387"/>
              </a:lnTo>
              <a:lnTo>
                <a:pt x="2564976" y="2967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9F4AFA-927D-4032-BF8A-D8FA5F1F37D9}">
      <dsp:nvSpPr>
        <dsp:cNvPr id="0" name=""/>
        <dsp:cNvSpPr/>
      </dsp:nvSpPr>
      <dsp:spPr>
        <a:xfrm>
          <a:off x="5275606" y="1579991"/>
          <a:ext cx="211981" cy="2656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6835"/>
              </a:lnTo>
              <a:lnTo>
                <a:pt x="211981" y="265683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490E59-E554-4E9A-BABF-61A2BA9405B9}">
      <dsp:nvSpPr>
        <dsp:cNvPr id="0" name=""/>
        <dsp:cNvSpPr/>
      </dsp:nvSpPr>
      <dsp:spPr>
        <a:xfrm>
          <a:off x="5275606" y="1579991"/>
          <a:ext cx="211981" cy="1653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55"/>
              </a:lnTo>
              <a:lnTo>
                <a:pt x="211981" y="165345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011C1-EE66-46AE-8F39-6BAAC27564D3}">
      <dsp:nvSpPr>
        <dsp:cNvPr id="0" name=""/>
        <dsp:cNvSpPr/>
      </dsp:nvSpPr>
      <dsp:spPr>
        <a:xfrm>
          <a:off x="5275606" y="1579991"/>
          <a:ext cx="211981" cy="65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76"/>
              </a:lnTo>
              <a:lnTo>
                <a:pt x="211981" y="65007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78831-84BA-4879-904E-E99EC20E95F2}">
      <dsp:nvSpPr>
        <dsp:cNvPr id="0" name=""/>
        <dsp:cNvSpPr/>
      </dsp:nvSpPr>
      <dsp:spPr>
        <a:xfrm>
          <a:off x="4985898" y="576611"/>
          <a:ext cx="854992" cy="296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387"/>
              </a:lnTo>
              <a:lnTo>
                <a:pt x="854992" y="148387"/>
              </a:lnTo>
              <a:lnTo>
                <a:pt x="854992" y="2967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94070-62B7-4C9D-969B-C793FDE86962}">
      <dsp:nvSpPr>
        <dsp:cNvPr id="0" name=""/>
        <dsp:cNvSpPr/>
      </dsp:nvSpPr>
      <dsp:spPr>
        <a:xfrm>
          <a:off x="3565622" y="1579991"/>
          <a:ext cx="211981" cy="2656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6835"/>
              </a:lnTo>
              <a:lnTo>
                <a:pt x="211981" y="265683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EE5AF9-03E9-441E-8CEF-4B2C72093086}">
      <dsp:nvSpPr>
        <dsp:cNvPr id="0" name=""/>
        <dsp:cNvSpPr/>
      </dsp:nvSpPr>
      <dsp:spPr>
        <a:xfrm>
          <a:off x="3565622" y="1579991"/>
          <a:ext cx="211981" cy="1653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55"/>
              </a:lnTo>
              <a:lnTo>
                <a:pt x="211981" y="165345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B40FF-8F38-4906-A6EC-45A1F3089281}">
      <dsp:nvSpPr>
        <dsp:cNvPr id="0" name=""/>
        <dsp:cNvSpPr/>
      </dsp:nvSpPr>
      <dsp:spPr>
        <a:xfrm>
          <a:off x="3565622" y="1579991"/>
          <a:ext cx="211981" cy="65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76"/>
              </a:lnTo>
              <a:lnTo>
                <a:pt x="211981" y="65007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BC341C-F60E-4AFA-BB07-E5833FD1869F}">
      <dsp:nvSpPr>
        <dsp:cNvPr id="0" name=""/>
        <dsp:cNvSpPr/>
      </dsp:nvSpPr>
      <dsp:spPr>
        <a:xfrm>
          <a:off x="4130906" y="576611"/>
          <a:ext cx="854992" cy="296774"/>
        </a:xfrm>
        <a:custGeom>
          <a:avLst/>
          <a:gdLst/>
          <a:ahLst/>
          <a:cxnLst/>
          <a:rect l="0" t="0" r="0" b="0"/>
          <a:pathLst>
            <a:path>
              <a:moveTo>
                <a:pt x="854992" y="0"/>
              </a:moveTo>
              <a:lnTo>
                <a:pt x="854992" y="148387"/>
              </a:lnTo>
              <a:lnTo>
                <a:pt x="0" y="148387"/>
              </a:lnTo>
              <a:lnTo>
                <a:pt x="0" y="2967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130E7-EF84-42B4-881B-AC8568D46598}">
      <dsp:nvSpPr>
        <dsp:cNvPr id="0" name=""/>
        <dsp:cNvSpPr/>
      </dsp:nvSpPr>
      <dsp:spPr>
        <a:xfrm>
          <a:off x="1855638" y="1579991"/>
          <a:ext cx="211981" cy="4663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3593"/>
              </a:lnTo>
              <a:lnTo>
                <a:pt x="211981" y="466359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7BE594-2B25-47F0-89CF-A8C77B4F65A0}">
      <dsp:nvSpPr>
        <dsp:cNvPr id="0" name=""/>
        <dsp:cNvSpPr/>
      </dsp:nvSpPr>
      <dsp:spPr>
        <a:xfrm>
          <a:off x="1855638" y="1579991"/>
          <a:ext cx="211981" cy="3660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0214"/>
              </a:lnTo>
              <a:lnTo>
                <a:pt x="211981" y="366021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AC784C-B70E-457C-B7F5-80ECD77796A3}">
      <dsp:nvSpPr>
        <dsp:cNvPr id="0" name=""/>
        <dsp:cNvSpPr/>
      </dsp:nvSpPr>
      <dsp:spPr>
        <a:xfrm>
          <a:off x="1855638" y="1579991"/>
          <a:ext cx="211981" cy="2656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6835"/>
              </a:lnTo>
              <a:lnTo>
                <a:pt x="211981" y="265683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2B7DBD-ED86-4406-9D83-396B2157E1C0}">
      <dsp:nvSpPr>
        <dsp:cNvPr id="0" name=""/>
        <dsp:cNvSpPr/>
      </dsp:nvSpPr>
      <dsp:spPr>
        <a:xfrm>
          <a:off x="1855638" y="1579991"/>
          <a:ext cx="211981" cy="1653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55"/>
              </a:lnTo>
              <a:lnTo>
                <a:pt x="211981" y="165345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78053-2AA9-4E09-917F-0C8111D3D0B5}">
      <dsp:nvSpPr>
        <dsp:cNvPr id="0" name=""/>
        <dsp:cNvSpPr/>
      </dsp:nvSpPr>
      <dsp:spPr>
        <a:xfrm>
          <a:off x="1855638" y="1579991"/>
          <a:ext cx="211981" cy="65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76"/>
              </a:lnTo>
              <a:lnTo>
                <a:pt x="211981" y="65007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61E443-ED32-474A-9F24-B9F6E44BF1A4}">
      <dsp:nvSpPr>
        <dsp:cNvPr id="0" name=""/>
        <dsp:cNvSpPr/>
      </dsp:nvSpPr>
      <dsp:spPr>
        <a:xfrm>
          <a:off x="2420922" y="576611"/>
          <a:ext cx="2564976" cy="296774"/>
        </a:xfrm>
        <a:custGeom>
          <a:avLst/>
          <a:gdLst/>
          <a:ahLst/>
          <a:cxnLst/>
          <a:rect l="0" t="0" r="0" b="0"/>
          <a:pathLst>
            <a:path>
              <a:moveTo>
                <a:pt x="2564976" y="0"/>
              </a:moveTo>
              <a:lnTo>
                <a:pt x="2564976" y="148387"/>
              </a:lnTo>
              <a:lnTo>
                <a:pt x="0" y="148387"/>
              </a:lnTo>
              <a:lnTo>
                <a:pt x="0" y="2967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78BDA8-DE1C-490A-B663-F2D6E03AD586}">
      <dsp:nvSpPr>
        <dsp:cNvPr id="0" name=""/>
        <dsp:cNvSpPr/>
      </dsp:nvSpPr>
      <dsp:spPr>
        <a:xfrm>
          <a:off x="145653" y="1579991"/>
          <a:ext cx="211981" cy="1653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55"/>
              </a:lnTo>
              <a:lnTo>
                <a:pt x="211981" y="165345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6AD7A-D1F2-455F-9E10-8C97ED6D556E}">
      <dsp:nvSpPr>
        <dsp:cNvPr id="0" name=""/>
        <dsp:cNvSpPr/>
      </dsp:nvSpPr>
      <dsp:spPr>
        <a:xfrm>
          <a:off x="145653" y="1579991"/>
          <a:ext cx="211981" cy="65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076"/>
              </a:lnTo>
              <a:lnTo>
                <a:pt x="211981" y="65007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C1A482-9267-486B-BFD4-046AF68AA4F8}">
      <dsp:nvSpPr>
        <dsp:cNvPr id="0" name=""/>
        <dsp:cNvSpPr/>
      </dsp:nvSpPr>
      <dsp:spPr>
        <a:xfrm>
          <a:off x="710937" y="576611"/>
          <a:ext cx="4274961" cy="296774"/>
        </a:xfrm>
        <a:custGeom>
          <a:avLst/>
          <a:gdLst/>
          <a:ahLst/>
          <a:cxnLst/>
          <a:rect l="0" t="0" r="0" b="0"/>
          <a:pathLst>
            <a:path>
              <a:moveTo>
                <a:pt x="4274961" y="0"/>
              </a:moveTo>
              <a:lnTo>
                <a:pt x="4274961" y="148387"/>
              </a:lnTo>
              <a:lnTo>
                <a:pt x="0" y="148387"/>
              </a:lnTo>
              <a:lnTo>
                <a:pt x="0" y="2967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A87810-8D56-4DB3-B2F1-9C10086419D8}">
      <dsp:nvSpPr>
        <dsp:cNvPr id="0" name=""/>
        <dsp:cNvSpPr/>
      </dsp:nvSpPr>
      <dsp:spPr>
        <a:xfrm>
          <a:off x="1831592" y="202266"/>
          <a:ext cx="6308612" cy="3743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Sistema de costeo y estado de costos</a:t>
          </a:r>
          <a:endParaRPr lang="es-MX" sz="1300" kern="1200"/>
        </a:p>
      </dsp:txBody>
      <dsp:txXfrm>
        <a:off x="1831592" y="202266"/>
        <a:ext cx="6308612" cy="374345"/>
      </dsp:txXfrm>
    </dsp:sp>
    <dsp:sp modelId="{5357FF76-2D31-4F53-A231-2721469FBC00}">
      <dsp:nvSpPr>
        <dsp:cNvPr id="0" name=""/>
        <dsp:cNvSpPr/>
      </dsp:nvSpPr>
      <dsp:spPr>
        <a:xfrm>
          <a:off x="4332" y="873385"/>
          <a:ext cx="1413210" cy="7066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Sistema de Costeo</a:t>
          </a:r>
          <a:endParaRPr lang="es-MX" sz="1300" kern="1200"/>
        </a:p>
      </dsp:txBody>
      <dsp:txXfrm>
        <a:off x="4332" y="873385"/>
        <a:ext cx="1413210" cy="706605"/>
      </dsp:txXfrm>
    </dsp:sp>
    <dsp:sp modelId="{C032AB6D-38BD-483A-A794-4F214E79A3D9}">
      <dsp:nvSpPr>
        <dsp:cNvPr id="0" name=""/>
        <dsp:cNvSpPr/>
      </dsp:nvSpPr>
      <dsp:spPr>
        <a:xfrm>
          <a:off x="357635" y="1876765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Identifica y controla los costos de producción</a:t>
          </a:r>
        </a:p>
      </dsp:txBody>
      <dsp:txXfrm>
        <a:off x="357635" y="1876765"/>
        <a:ext cx="1413210" cy="706605"/>
      </dsp:txXfrm>
    </dsp:sp>
    <dsp:sp modelId="{5DC84F5F-94A5-4B3D-B923-C1006737EB7A}">
      <dsp:nvSpPr>
        <dsp:cNvPr id="0" name=""/>
        <dsp:cNvSpPr/>
      </dsp:nvSpPr>
      <dsp:spPr>
        <a:xfrm>
          <a:off x="357635" y="2880144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Ayuda en la toma de decisiones gerenciales</a:t>
          </a:r>
        </a:p>
      </dsp:txBody>
      <dsp:txXfrm>
        <a:off x="357635" y="2880144"/>
        <a:ext cx="1413210" cy="706605"/>
      </dsp:txXfrm>
    </dsp:sp>
    <dsp:sp modelId="{0578154C-5C87-467D-93F6-092610EB9A2C}">
      <dsp:nvSpPr>
        <dsp:cNvPr id="0" name=""/>
        <dsp:cNvSpPr/>
      </dsp:nvSpPr>
      <dsp:spPr>
        <a:xfrm>
          <a:off x="1714316" y="873385"/>
          <a:ext cx="1413210" cy="7066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Tipos de Costos</a:t>
          </a:r>
          <a:endParaRPr lang="es-MX" sz="1300" kern="1200"/>
        </a:p>
      </dsp:txBody>
      <dsp:txXfrm>
        <a:off x="1714316" y="873385"/>
        <a:ext cx="1413210" cy="706605"/>
      </dsp:txXfrm>
    </dsp:sp>
    <dsp:sp modelId="{C8157DA4-0180-49BB-BDF2-DAF83C2B3D55}">
      <dsp:nvSpPr>
        <dsp:cNvPr id="0" name=""/>
        <dsp:cNvSpPr/>
      </dsp:nvSpPr>
      <dsp:spPr>
        <a:xfrm>
          <a:off x="2067619" y="1876765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Costos fijos</a:t>
          </a:r>
        </a:p>
      </dsp:txBody>
      <dsp:txXfrm>
        <a:off x="2067619" y="1876765"/>
        <a:ext cx="1413210" cy="706605"/>
      </dsp:txXfrm>
    </dsp:sp>
    <dsp:sp modelId="{115883BD-E2FF-4AF3-B136-FC4F8D4FBABD}">
      <dsp:nvSpPr>
        <dsp:cNvPr id="0" name=""/>
        <dsp:cNvSpPr/>
      </dsp:nvSpPr>
      <dsp:spPr>
        <a:xfrm>
          <a:off x="2067619" y="2880144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Costos variables</a:t>
          </a:r>
        </a:p>
      </dsp:txBody>
      <dsp:txXfrm>
        <a:off x="2067619" y="2880144"/>
        <a:ext cx="1413210" cy="706605"/>
      </dsp:txXfrm>
    </dsp:sp>
    <dsp:sp modelId="{F26E488D-725F-4D4F-B8D5-66E15514F33D}">
      <dsp:nvSpPr>
        <dsp:cNvPr id="0" name=""/>
        <dsp:cNvSpPr/>
      </dsp:nvSpPr>
      <dsp:spPr>
        <a:xfrm>
          <a:off x="2067619" y="3883523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Costos directos</a:t>
          </a:r>
        </a:p>
      </dsp:txBody>
      <dsp:txXfrm>
        <a:off x="2067619" y="3883523"/>
        <a:ext cx="1413210" cy="706605"/>
      </dsp:txXfrm>
    </dsp:sp>
    <dsp:sp modelId="{5783F02F-81F4-4B3D-BD7C-0C8D079FA5D8}">
      <dsp:nvSpPr>
        <dsp:cNvPr id="0" name=""/>
        <dsp:cNvSpPr/>
      </dsp:nvSpPr>
      <dsp:spPr>
        <a:xfrm>
          <a:off x="2067619" y="4886903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Costos indirectos</a:t>
          </a:r>
        </a:p>
      </dsp:txBody>
      <dsp:txXfrm>
        <a:off x="2067619" y="4886903"/>
        <a:ext cx="1413210" cy="706605"/>
      </dsp:txXfrm>
    </dsp:sp>
    <dsp:sp modelId="{087E224B-A398-427C-8611-2036EBC80A79}">
      <dsp:nvSpPr>
        <dsp:cNvPr id="0" name=""/>
        <dsp:cNvSpPr/>
      </dsp:nvSpPr>
      <dsp:spPr>
        <a:xfrm>
          <a:off x="2067619" y="5890282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Costos mixtos</a:t>
          </a:r>
        </a:p>
      </dsp:txBody>
      <dsp:txXfrm>
        <a:off x="2067619" y="5890282"/>
        <a:ext cx="1413210" cy="706605"/>
      </dsp:txXfrm>
    </dsp:sp>
    <dsp:sp modelId="{5D17305F-28E2-43C5-8E46-3198CD2466EB}">
      <dsp:nvSpPr>
        <dsp:cNvPr id="0" name=""/>
        <dsp:cNvSpPr/>
      </dsp:nvSpPr>
      <dsp:spPr>
        <a:xfrm>
          <a:off x="3424301" y="873385"/>
          <a:ext cx="1413210" cy="7066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Sistemas de Costeo</a:t>
          </a:r>
          <a:endParaRPr lang="es-MX" sz="1300" kern="1200"/>
        </a:p>
      </dsp:txBody>
      <dsp:txXfrm>
        <a:off x="3424301" y="873385"/>
        <a:ext cx="1413210" cy="706605"/>
      </dsp:txXfrm>
    </dsp:sp>
    <dsp:sp modelId="{8D2494EF-4A05-481F-829D-282BFED845EB}">
      <dsp:nvSpPr>
        <dsp:cNvPr id="0" name=""/>
        <dsp:cNvSpPr/>
      </dsp:nvSpPr>
      <dsp:spPr>
        <a:xfrm>
          <a:off x="3777603" y="1876765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Por órdenes de producción</a:t>
          </a:r>
        </a:p>
      </dsp:txBody>
      <dsp:txXfrm>
        <a:off x="3777603" y="1876765"/>
        <a:ext cx="1413210" cy="706605"/>
      </dsp:txXfrm>
    </dsp:sp>
    <dsp:sp modelId="{EE42560F-66FD-483D-B26B-42D77AD2E943}">
      <dsp:nvSpPr>
        <dsp:cNvPr id="0" name=""/>
        <dsp:cNvSpPr/>
      </dsp:nvSpPr>
      <dsp:spPr>
        <a:xfrm>
          <a:off x="3777603" y="2880144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Por procesos</a:t>
          </a:r>
        </a:p>
      </dsp:txBody>
      <dsp:txXfrm>
        <a:off x="3777603" y="2880144"/>
        <a:ext cx="1413210" cy="706605"/>
      </dsp:txXfrm>
    </dsp:sp>
    <dsp:sp modelId="{FCC32402-96CA-4E39-B021-7E83D0EC38BD}">
      <dsp:nvSpPr>
        <dsp:cNvPr id="0" name=""/>
        <dsp:cNvSpPr/>
      </dsp:nvSpPr>
      <dsp:spPr>
        <a:xfrm>
          <a:off x="3777603" y="3883523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Por actividades (ABC)</a:t>
          </a:r>
        </a:p>
      </dsp:txBody>
      <dsp:txXfrm>
        <a:off x="3777603" y="3883523"/>
        <a:ext cx="1413210" cy="706605"/>
      </dsp:txXfrm>
    </dsp:sp>
    <dsp:sp modelId="{C0D71A55-7869-4435-ACD9-DB726F2FEE85}">
      <dsp:nvSpPr>
        <dsp:cNvPr id="0" name=""/>
        <dsp:cNvSpPr/>
      </dsp:nvSpPr>
      <dsp:spPr>
        <a:xfrm>
          <a:off x="5134285" y="873385"/>
          <a:ext cx="1413210" cy="7066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Elementos del Costo</a:t>
          </a:r>
          <a:endParaRPr lang="es-MX" sz="1300" kern="1200"/>
        </a:p>
      </dsp:txBody>
      <dsp:txXfrm>
        <a:off x="5134285" y="873385"/>
        <a:ext cx="1413210" cy="706605"/>
      </dsp:txXfrm>
    </dsp:sp>
    <dsp:sp modelId="{EBBC9B04-BA39-4EAB-953E-EC45C9928566}">
      <dsp:nvSpPr>
        <dsp:cNvPr id="0" name=""/>
        <dsp:cNvSpPr/>
      </dsp:nvSpPr>
      <dsp:spPr>
        <a:xfrm>
          <a:off x="5487588" y="1876765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Materia prima</a:t>
          </a:r>
        </a:p>
      </dsp:txBody>
      <dsp:txXfrm>
        <a:off x="5487588" y="1876765"/>
        <a:ext cx="1413210" cy="706605"/>
      </dsp:txXfrm>
    </dsp:sp>
    <dsp:sp modelId="{120DD5B0-6644-4ECE-AF4D-8281755C08F1}">
      <dsp:nvSpPr>
        <dsp:cNvPr id="0" name=""/>
        <dsp:cNvSpPr/>
      </dsp:nvSpPr>
      <dsp:spPr>
        <a:xfrm>
          <a:off x="5487588" y="2880144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Mano de obra directa</a:t>
          </a:r>
        </a:p>
      </dsp:txBody>
      <dsp:txXfrm>
        <a:off x="5487588" y="2880144"/>
        <a:ext cx="1413210" cy="706605"/>
      </dsp:txXfrm>
    </dsp:sp>
    <dsp:sp modelId="{A52C74BC-8080-44A7-ADFB-8A1881AF1BD8}">
      <dsp:nvSpPr>
        <dsp:cNvPr id="0" name=""/>
        <dsp:cNvSpPr/>
      </dsp:nvSpPr>
      <dsp:spPr>
        <a:xfrm>
          <a:off x="5487588" y="3883523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Costos indirectos de fabricación (CIF)</a:t>
          </a:r>
        </a:p>
      </dsp:txBody>
      <dsp:txXfrm>
        <a:off x="5487588" y="3883523"/>
        <a:ext cx="1413210" cy="706605"/>
      </dsp:txXfrm>
    </dsp:sp>
    <dsp:sp modelId="{198B5C92-2FA6-40CA-AAC9-1FCE5FE94D01}">
      <dsp:nvSpPr>
        <dsp:cNvPr id="0" name=""/>
        <dsp:cNvSpPr/>
      </dsp:nvSpPr>
      <dsp:spPr>
        <a:xfrm>
          <a:off x="6844270" y="873385"/>
          <a:ext cx="1413210" cy="7066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Estado de Costos</a:t>
          </a:r>
          <a:endParaRPr lang="es-MX" sz="1300" kern="1200"/>
        </a:p>
      </dsp:txBody>
      <dsp:txXfrm>
        <a:off x="6844270" y="873385"/>
        <a:ext cx="1413210" cy="706605"/>
      </dsp:txXfrm>
    </dsp:sp>
    <dsp:sp modelId="{09C6A649-DD88-4465-97AE-792C4BECC6E0}">
      <dsp:nvSpPr>
        <dsp:cNvPr id="0" name=""/>
        <dsp:cNvSpPr/>
      </dsp:nvSpPr>
      <dsp:spPr>
        <a:xfrm>
          <a:off x="7197572" y="1876765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Registra y resume todos los costos del periodo</a:t>
          </a:r>
        </a:p>
      </dsp:txBody>
      <dsp:txXfrm>
        <a:off x="7197572" y="1876765"/>
        <a:ext cx="1413210" cy="706605"/>
      </dsp:txXfrm>
    </dsp:sp>
    <dsp:sp modelId="{FCAF0A72-F612-4B8A-A0E3-C30D88698F0D}">
      <dsp:nvSpPr>
        <dsp:cNvPr id="0" name=""/>
        <dsp:cNvSpPr/>
      </dsp:nvSpPr>
      <dsp:spPr>
        <a:xfrm>
          <a:off x="7197572" y="2880144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Base para decisiones financieras</a:t>
          </a:r>
        </a:p>
      </dsp:txBody>
      <dsp:txXfrm>
        <a:off x="7197572" y="2880144"/>
        <a:ext cx="1413210" cy="706605"/>
      </dsp:txXfrm>
    </dsp:sp>
    <dsp:sp modelId="{E712EB8F-800D-4587-8426-49D3427BA8E8}">
      <dsp:nvSpPr>
        <dsp:cNvPr id="0" name=""/>
        <dsp:cNvSpPr/>
      </dsp:nvSpPr>
      <dsp:spPr>
        <a:xfrm>
          <a:off x="8554254" y="873385"/>
          <a:ext cx="1413210" cy="7066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Punto de Equilibrio</a:t>
          </a:r>
          <a:endParaRPr lang="es-MX" sz="1300" kern="1200"/>
        </a:p>
      </dsp:txBody>
      <dsp:txXfrm>
        <a:off x="8554254" y="873385"/>
        <a:ext cx="1413210" cy="706605"/>
      </dsp:txXfrm>
    </dsp:sp>
    <dsp:sp modelId="{8B20C759-187D-4DF9-BAE2-7EB0C34725F4}">
      <dsp:nvSpPr>
        <dsp:cNvPr id="0" name=""/>
        <dsp:cNvSpPr/>
      </dsp:nvSpPr>
      <dsp:spPr>
        <a:xfrm>
          <a:off x="8907557" y="1876765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Cantidad mínima para no tener pérdidas</a:t>
          </a:r>
        </a:p>
      </dsp:txBody>
      <dsp:txXfrm>
        <a:off x="8907557" y="1876765"/>
        <a:ext cx="1413210" cy="706605"/>
      </dsp:txXfrm>
    </dsp:sp>
    <dsp:sp modelId="{47A9D050-D0B7-436D-8FBD-E9A7C758068E}">
      <dsp:nvSpPr>
        <dsp:cNvPr id="0" name=""/>
        <dsp:cNvSpPr/>
      </dsp:nvSpPr>
      <dsp:spPr>
        <a:xfrm>
          <a:off x="8907557" y="2880144"/>
          <a:ext cx="1413210" cy="7066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Ayuda a calcular precio de venta</a:t>
          </a:r>
        </a:p>
      </dsp:txBody>
      <dsp:txXfrm>
        <a:off x="8907557" y="2880144"/>
        <a:ext cx="1413210" cy="706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BE5B-BFA7-F7AF-CBF2-B59DB658B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A7394-2E77-E73D-5426-506FCA4A4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5BE3D-56D9-1B86-D0FF-2E8224A6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BCF5-C1E9-03F2-669C-9EC90A44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B8801-92B1-8E76-E587-864D4F70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250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3A-BD6F-4D41-A5D3-3AA597E7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0AFB-8FD8-F7B5-9B9B-D6AADACAF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799A2-19BF-4AAE-98F9-569D3EC9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EC61B-CF65-315E-5090-BBD3CD32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83458-64EE-DD15-91B7-17AF93DF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41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297E-0957-BF19-9219-0C0D0C5B9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B9ACF-3516-CD97-2C28-FD05A7423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D580D-AD35-34C6-43FA-88C627D6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42B18-6D3C-82FD-FCBC-C24437D1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16B53-B3AA-9119-CC19-3DADC645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143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BB10-5265-914F-103C-40E93E44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EF43-4B7F-D37B-1EF4-EF9EDB2CF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BE70C-1BA6-5C71-8234-FAE951B58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245A6-FE59-67CF-4525-0D42E05C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52054-B326-0FA0-7E5E-862E6AFD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18EF0-0FDC-3AC1-0821-7690CB6F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185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ECA6-DB6E-34DE-4820-577B9B8B0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2DD6D-A77D-298E-1598-C662CBDAC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66A07-5D9D-1576-9473-33F1E2637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A9730-4E01-0F7C-5523-5F926C7B3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96A17-047A-5D7D-BD9A-130BA3C5F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6C7632-58B2-1785-4664-F09C646E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4E4FE-5B5F-5F5C-81E2-CC42B018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FAB15-EBE7-F180-CB18-C400BBAB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556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6208-6E38-C81C-1E9B-124E5D90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E42F8-28B7-FFAF-CA0A-2FCCC036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83ED4-260D-662B-A68E-3FE40816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21296-9999-0EE9-FD90-6B39F2B4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277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04B68-503F-D939-81F6-10BA4B97F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638A7-667A-ED9C-BC28-5D13C3B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4CC73-408F-C63F-8868-5E74379E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3818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7ECF-91C2-17FB-00DE-A01A9C58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A5958-E9BC-3DF7-2509-F0B6EA7C4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7E457-80C8-AB09-5A9E-B6A2EFF55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86C15-67EC-BB5F-E44D-EB407B17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A5345-B2D4-04D7-E7EE-1ECDBCD1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0DBF-610B-2627-1CC1-D4179332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148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6B9E-C151-6E8B-27D8-B646F857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264A3-6BCF-7511-B61D-78CC9C36A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0DA8F-5332-2A6A-13E0-81F247385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4DEA7-4F40-EEE8-444E-E8B4D737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D7BC8-A7EB-5B58-9114-CDAEC189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3FAA2-2B42-DF5C-AE93-8CAA24A4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380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04FF-C491-DB54-9CE4-6F004B58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C3C6E-8CD9-08D2-C572-EE584ED9B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E22A-763C-FAFC-A638-A0619679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FF67-3100-6A00-CF01-7A0023AB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C07C2-1CF2-1599-C551-559A50BA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493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E8609-69C6-8B22-FF40-9FC5E6BCC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D0EEF-7F62-27A3-F9A8-472627FFB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FD44D-28DD-8D74-7B8D-61047D25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AFFC9-8682-BDE0-FB9C-B368B320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2243D-F2F4-567A-EA21-FE3AC581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245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68C4A-1518-B37C-021D-31D5DC40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E5270-7A61-C4E8-FF55-30272395C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64ECE-AC2D-54A8-36B3-F615F316D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326FC-DFAF-4830-B7C5-BDC9666DB2F3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DA1D1-2FC5-4DAA-2A3B-CE832BA46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0E26-DE9E-53E4-EC30-C7087556D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4E083-42B6-486A-B2BB-9B1C750590B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197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C5B5B5-BBA4-BD43-495E-3D229D3A33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0301745"/>
              </p:ext>
            </p:extLst>
          </p:nvPr>
        </p:nvGraphicFramePr>
        <p:xfrm>
          <a:off x="1257300" y="58846"/>
          <a:ext cx="10325100" cy="6799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8366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95959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282E1EDBE9234EA9E6D38F720E265F" ma:contentTypeVersion="15" ma:contentTypeDescription="Crear nuevo documento." ma:contentTypeScope="" ma:versionID="b31c7aa9eaf043a08b87120b3c4916e3">
  <xsd:schema xmlns:xsd="http://www.w3.org/2001/XMLSchema" xmlns:xs="http://www.w3.org/2001/XMLSchema" xmlns:p="http://schemas.microsoft.com/office/2006/metadata/properties" xmlns:ns2="cb45339b-ced9-4d0d-8f64-77573914d53b" xmlns:ns3="43a3ca16-9c26-4813-b83f-4aec9927b43f" targetNamespace="http://schemas.microsoft.com/office/2006/metadata/properties" ma:root="true" ma:fieldsID="3533d065b04d75c457075bc55f1f5315" ns2:_="" ns3:_="">
    <xsd:import namespace="cb45339b-ced9-4d0d-8f64-77573914d53b"/>
    <xsd:import namespace="43a3ca16-9c26-4813-b83f-4aec9927b43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45339b-ced9-4d0d-8f64-77573914d53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f40a149-578b-41a1-8845-c88bc1831770}" ma:internalName="TaxCatchAll" ma:showField="CatchAllData" ma:web="cb45339b-ced9-4d0d-8f64-77573914d5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a3ca16-9c26-4813-b83f-4aec9927b4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45339b-ced9-4d0d-8f64-77573914d53b" xsi:nil="true"/>
    <lcf76f155ced4ddcb4097134ff3c332f xmlns="43a3ca16-9c26-4813-b83f-4aec9927b43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11EE64E-45C2-4F66-9771-A11E27BCE34A}"/>
</file>

<file path=customXml/itemProps2.xml><?xml version="1.0" encoding="utf-8"?>
<ds:datastoreItem xmlns:ds="http://schemas.openxmlformats.org/officeDocument/2006/customXml" ds:itemID="{6BD301F4-22A7-493B-B7D1-E063714BA83F}"/>
</file>

<file path=customXml/itemProps3.xml><?xml version="1.0" encoding="utf-8"?>
<ds:datastoreItem xmlns:ds="http://schemas.openxmlformats.org/officeDocument/2006/customXml" ds:itemID="{688BF3C5-DF3C-4496-8946-05FC79D4165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 Moya</dc:creator>
  <cp:lastModifiedBy>Paola Moya</cp:lastModifiedBy>
  <cp:revision>1</cp:revision>
  <dcterms:created xsi:type="dcterms:W3CDTF">2025-04-08T19:02:39Z</dcterms:created>
  <dcterms:modified xsi:type="dcterms:W3CDTF">2025-04-08T19:02:51Z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0x01010049282E1EDBE9234EA9E6D38F720E265F</vt:lpwstr>
  </property>
</Properties>
</file>